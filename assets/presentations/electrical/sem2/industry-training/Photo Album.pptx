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0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0" r:id="rId9"/>
  </p:sldIdLst>
  <p:sldSz cx="6858000" cy="9144000" type="screen4x3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50" d="100"/>
          <a:sy n="50" d="100"/>
        </p:scale>
        <p:origin x="-1536" y="-87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6523" y="1828800"/>
            <a:ext cx="6172200" cy="24384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848-D96B-46AA-B743-2987488E017D}" type="datetimeFigureOut">
              <a:rPr lang="en-US" smtClean="0"/>
              <a:pPr/>
              <a:t>2/1/2023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BA964-0476-4343-B7FB-3026AE2474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028700" y="4442264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  <p:transition advClick="0" advTm="0">
    <p:dissolv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848-D96B-46AA-B743-2987488E017D}" type="datetimeFigureOut">
              <a:rPr lang="en-US" smtClean="0"/>
              <a:pPr/>
              <a:t>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BA964-0476-4343-B7FB-3026AE2474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 advTm="0">
    <p:dissolv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0150" y="812800"/>
            <a:ext cx="5314950" cy="24384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0150" y="3343715"/>
            <a:ext cx="5314950" cy="2012949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848-D96B-46AA-B743-2987488E017D}" type="datetimeFigureOut">
              <a:rPr lang="en-US" smtClean="0"/>
              <a:pPr/>
              <a:t>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43600" y="8555568"/>
            <a:ext cx="571500" cy="486833"/>
          </a:xfrm>
        </p:spPr>
        <p:txBody>
          <a:bodyPr/>
          <a:lstStyle/>
          <a:p>
            <a:fld id="{34BBA964-0476-4343-B7FB-3026AE2474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advClick="0" advTm="0">
    <p:dissolv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848-D96B-46AA-B743-2987488E017D}" type="datetimeFigureOut">
              <a:rPr lang="en-US" smtClean="0"/>
              <a:pPr/>
              <a:t>2/1/2023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BA964-0476-4343-B7FB-3026AE2474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 advTm="0">
    <p:dissolv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6172200" cy="1524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1001183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3483769" y="2046817"/>
            <a:ext cx="3031331" cy="1001183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42900" y="3149601"/>
            <a:ext cx="3030141" cy="501861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9601"/>
            <a:ext cx="3031331" cy="501861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848-D96B-46AA-B743-2987488E017D}" type="datetimeFigureOut">
              <a:rPr lang="en-US" smtClean="0"/>
              <a:pPr/>
              <a:t>2/1/2023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BA964-0476-4343-B7FB-3026AE2474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 advTm="0">
    <p:dissolv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848-D96B-46AA-B743-2987488E017D}" type="datetimeFigureOut">
              <a:rPr lang="en-US" smtClean="0"/>
              <a:pPr/>
              <a:t>2/1/2023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BA964-0476-4343-B7FB-3026AE2474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 advTm="0">
    <p:dissolv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848-D96B-46AA-B743-2987488E017D}" type="datetimeFigureOut">
              <a:rPr lang="en-US" smtClean="0"/>
              <a:pPr/>
              <a:t>2/1/2023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BA964-0476-4343-B7FB-3026AE2474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 advTm="0">
    <p:dissolv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42900" y="2032001"/>
            <a:ext cx="2256235" cy="6136217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848-D96B-46AA-B743-2987488E017D}" type="datetimeFigureOut">
              <a:rPr lang="en-US" smtClean="0"/>
              <a:pPr/>
              <a:t>2/1/2023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BA964-0476-4343-B7FB-3026AE2474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 advTm="0">
    <p:dissolv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812800"/>
            <a:ext cx="4114800" cy="696384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71600" y="2442633"/>
            <a:ext cx="4114800" cy="52832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1600" y="1555716"/>
            <a:ext cx="4114800" cy="707136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848-D96B-46AA-B743-2987488E017D}" type="datetimeFigureOut">
              <a:rPr lang="en-US" smtClean="0"/>
              <a:pPr/>
              <a:t>2/1/2023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BA964-0476-4343-B7FB-3026AE2474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 advTm="0">
    <p:dissolv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848-D96B-46AA-B743-2987488E017D}" type="datetimeFigureOut">
              <a:rPr lang="en-US" smtClean="0"/>
              <a:pPr/>
              <a:t>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BA964-0476-4343-B7FB-3026AE2474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 advTm="0">
    <p:dissolv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A848-D96B-46AA-B743-2987488E017D}" type="datetimeFigureOut">
              <a:rPr lang="en-US" smtClean="0"/>
              <a:pPr/>
              <a:t>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BA964-0476-4343-B7FB-3026AE2474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 advTm="0">
    <p:dissolv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42900" y="2133600"/>
            <a:ext cx="6172200" cy="62788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342900" y="8555568"/>
            <a:ext cx="1600200" cy="486833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F559A848-D96B-46AA-B743-2987488E017D}" type="datetimeFigureOut">
              <a:rPr lang="en-US" smtClean="0"/>
              <a:pPr/>
              <a:t>2/1/2023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343150" y="8555568"/>
            <a:ext cx="2171700" cy="486833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5943600" y="8555568"/>
            <a:ext cx="571500" cy="486833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34BBA964-0476-4343-B7FB-3026AE2474A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ransition advClick="0" advTm="0">
    <p:dissolve/>
  </p:transition>
  <p:timing>
    <p:tnLst>
      <p:par>
        <p:cTn id="1" dur="indefinite" restart="never" nodeType="tmRoot"/>
      </p:par>
    </p:tnLst>
  </p:timing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828800"/>
            <a:ext cx="6172200" cy="2438400"/>
          </a:xfrm>
        </p:spPr>
        <p:txBody>
          <a:bodyPr/>
          <a:lstStyle/>
          <a:p>
            <a:r>
              <a:rPr lang="en-US" dirty="0" smtClean="0"/>
              <a:t>Photo Album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Home</a:t>
            </a:r>
            <a:endParaRPr lang="en-US" dirty="0"/>
          </a:p>
        </p:txBody>
      </p:sp>
    </p:spTree>
  </p:cSld>
  <p:clrMapOvr>
    <a:masterClrMapping/>
  </p:clrMapOvr>
  <p:transition advClick="0" advTm="0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9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5" dur="910" fill="hold">
                                          <p:stCondLst>
                                            <p:cond delay="91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12" decel="50000" autoRev="1" fill="hold">
                                          <p:stCondLst>
                                            <p:cond delay="91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72" fill="hold">
                                          <p:stCondLst>
                                            <p:cond delay="17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0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2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3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4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9000"/>
                            </p:stCondLst>
                            <p:childTnLst>
                              <p:par>
                                <p:cTn id="36" presetID="34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7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9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0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1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500"/>
                            </p:stCondLst>
                            <p:childTnLst>
                              <p:par>
                                <p:cTn id="43" presetID="7" presetClass="exit" presetSubtype="4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44" dur="2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2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2500"/>
                            </p:stCondLst>
                            <p:childTnLst>
                              <p:par>
                                <p:cTn id="48" presetID="24" presetClass="exit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anim to="" calcmode="lin" valueType="num">
                                      <p:cBhvr>
                                        <p:cTn id="49" dur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3" grpId="0" build="p"/>
      <p:bldP spid="3" grpId="1" build="p"/>
      <p:bldP spid="3" grpId="2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000" y="1524003"/>
            <a:ext cx="61722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 err="1" smtClean="0">
                <a:solidFill>
                  <a:srgbClr val="FF0000"/>
                </a:solidFill>
                <a:latin typeface="Algerian" pitchFamily="82" charset="0"/>
              </a:rPr>
              <a:t>Anshuman</a:t>
            </a:r>
            <a:r>
              <a:rPr lang="en-US" sz="8800" dirty="0" smtClean="0">
                <a:solidFill>
                  <a:srgbClr val="FF0000"/>
                </a:solidFill>
                <a:latin typeface="Algerian" pitchFamily="82" charset="0"/>
              </a:rPr>
              <a:t>  </a:t>
            </a:r>
            <a:r>
              <a:rPr lang="en-US" sz="8800" dirty="0" err="1" smtClean="0">
                <a:solidFill>
                  <a:srgbClr val="FF0000"/>
                </a:solidFill>
                <a:latin typeface="Algerian" pitchFamily="82" charset="0"/>
              </a:rPr>
              <a:t>maurya</a:t>
            </a:r>
            <a:endParaRPr lang="en-US" sz="8800" dirty="0">
              <a:solidFill>
                <a:srgbClr val="FF0000"/>
              </a:solidFill>
              <a:latin typeface="Algerian" pitchFamily="8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4873673"/>
            <a:ext cx="5486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rgbClr val="FF0000"/>
                </a:solidFill>
                <a:latin typeface="Algerian" pitchFamily="82" charset="0"/>
              </a:rPr>
              <a:t>ADITI MAURYA </a:t>
            </a:r>
          </a:p>
        </p:txBody>
      </p:sp>
    </p:spTree>
  </p:cSld>
  <p:clrMapOvr>
    <a:masterClrMapping/>
  </p:clrMapOvr>
  <p:transition advClick="0" advTm="0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0"/>
                            </p:stCondLst>
                            <p:childTnLst>
                              <p:par>
                                <p:cTn id="13" presetID="34" presetClass="emph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4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5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8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9800"/>
                            </p:stCondLst>
                            <p:childTnLst>
                              <p:par>
                                <p:cTn id="24" presetID="34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800"/>
                            </p:stCondLst>
                            <p:childTnLst>
                              <p:par>
                                <p:cTn id="31" presetID="42" presetClass="exit" presetSubtype="0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2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3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3800"/>
                            </p:stCondLst>
                            <p:childTnLst>
                              <p:par>
                                <p:cTn id="37" presetID="56" presetClass="exit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from="(ppt_w)" to="(-ppt_w*2)" calcmode="lin" valueType="num">
                                      <p:cBhvr rctx="PPT">
                                        <p:cTn id="38" dur="1000" autoRev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ppt_w*0.50)" calcmode="lin" valueType="num">
                                      <p:cBhvr>
                                        <p:cTn id="39" dur="1000" decel="50000" autoRev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ppt_y)" to="(1+ppt_h/2)" calcmode="lin" valueType="num">
                                      <p:cBhvr>
                                        <p:cTn id="40" dur="2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1" dur="2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3" grpId="2"/>
      <p:bldP spid="3" grpId="3"/>
      <p:bldP spid="4" grpId="0"/>
      <p:bldP spid="4" grpId="1"/>
      <p:bldP spid="4" grpId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6400800"/>
            <a:ext cx="5943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>
                <a:solidFill>
                  <a:srgbClr val="FF0000"/>
                </a:solidFill>
                <a:latin typeface="Aparajita" pitchFamily="34" charset="0"/>
                <a:cs typeface="Aparajita" pitchFamily="34" charset="0"/>
              </a:rPr>
              <a:t>I Love You Mummy </a:t>
            </a:r>
          </a:p>
          <a:p>
            <a:r>
              <a:rPr lang="en-US" sz="5400" b="1" dirty="0" smtClean="0">
                <a:solidFill>
                  <a:srgbClr val="FF0000"/>
                </a:solidFill>
                <a:latin typeface="Aparajita" pitchFamily="34" charset="0"/>
                <a:cs typeface="Aparajita" pitchFamily="34" charset="0"/>
              </a:rPr>
              <a:t>And  </a:t>
            </a:r>
            <a:r>
              <a:rPr lang="en-US" sz="5400" b="1" dirty="0" err="1" smtClean="0">
                <a:solidFill>
                  <a:srgbClr val="FF0000"/>
                </a:solidFill>
                <a:latin typeface="Aparajita" pitchFamily="34" charset="0"/>
                <a:cs typeface="Aparajita" pitchFamily="34" charset="0"/>
              </a:rPr>
              <a:t>Dady</a:t>
            </a:r>
            <a:r>
              <a:rPr lang="en-US" sz="5400" b="1" dirty="0" smtClean="0">
                <a:solidFill>
                  <a:srgbClr val="FF0000"/>
                </a:solidFill>
                <a:latin typeface="Aparajita" pitchFamily="34" charset="0"/>
                <a:cs typeface="Aparajita" pitchFamily="34" charset="0"/>
              </a:rPr>
              <a:t>.</a:t>
            </a:r>
            <a:endParaRPr lang="en-US" sz="5400" b="1" dirty="0">
              <a:solidFill>
                <a:srgbClr val="FF0000"/>
              </a:solidFill>
              <a:latin typeface="Aparajita" pitchFamily="34" charset="0"/>
              <a:cs typeface="Aparajita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62002" y="1066800"/>
            <a:ext cx="5338321" cy="1754326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  <a:latin typeface="Aparajita" pitchFamily="34" charset="0"/>
                <a:cs typeface="Aparajita" pitchFamily="34" charset="0"/>
              </a:rPr>
              <a:t>My Hero Is  Mummy</a:t>
            </a:r>
          </a:p>
          <a:p>
            <a:pPr algn="ctr"/>
            <a:r>
              <a:rPr lang="en-US" sz="5400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  <a:latin typeface="Aparajita" pitchFamily="34" charset="0"/>
                <a:cs typeface="Aparajita" pitchFamily="34" charset="0"/>
              </a:rPr>
              <a:t> And Papa</a:t>
            </a:r>
            <a:endParaRPr lang="en-US" sz="5400" b="1" cap="none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50900" dist="38500" dir="13500000">
                  <a:srgbClr val="000000">
                    <a:alpha val="60000"/>
                  </a:srgbClr>
                </a:innerShdw>
              </a:effectLst>
            </a:endParaRPr>
          </a:p>
        </p:txBody>
      </p:sp>
    </p:spTree>
  </p:cSld>
  <p:clrMapOvr>
    <a:masterClrMapping/>
  </p:clrMapOvr>
  <p:transition advClick="0" advTm="0">
    <p:whee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000"/>
                            </p:stCondLst>
                            <p:childTnLst>
                              <p:par>
                                <p:cTn id="20" presetID="34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21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6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21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2" presetID="4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760"/>
                            </p:stCondLst>
                            <p:childTnLst>
                              <p:par>
                                <p:cTn id="39" presetID="49" presetClass="entr" presetSubtype="0" decel="10000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760"/>
                            </p:stCondLst>
                            <p:childTnLst>
                              <p:par>
                                <p:cTn id="46" presetID="34" presetClass="emph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4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4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210"/>
                            </p:stCondLst>
                            <p:childTnLst>
                              <p:par>
                                <p:cTn id="53" presetID="8" presetClass="emph" presetSubtype="0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Rot by="21600000">
                                      <p:cBhvr>
                                        <p:cTn id="5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4210"/>
                            </p:stCondLst>
                            <p:childTnLst>
                              <p:par>
                                <p:cTn id="56" presetID="34" presetClass="emph" presetSubtype="0" fill="hold" grpId="4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57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5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9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0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61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110"/>
                            </p:stCondLst>
                            <p:childTnLst>
                              <p:par>
                                <p:cTn id="63" presetID="56" presetClass="exit" presetSubtype="0" fill="hold" grpId="5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from="(ppt_w)" to="(-ppt_w*2)" calcmode="lin" valueType="num">
                                      <p:cBhvr rctx="PPT">
                                        <p:cTn id="64" dur="1000" autoRev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ppt_w*0.50)" calcmode="lin" valueType="num">
                                      <p:cBhvr>
                                        <p:cTn id="65" dur="1000" decel="50000" autoRev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ppt_y)" to="(1+ppt_h/2)" calcmode="lin" valueType="num">
                                      <p:cBhvr>
                                        <p:cTn id="66" dur="2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7" dur="2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2910"/>
                            </p:stCondLst>
                            <p:childTnLst>
                              <p:par>
                                <p:cTn id="70" presetID="38" presetClass="exit" presetSubtype="0" accel="5000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7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8" presetClass="exit" presetSubtype="0" accel="5000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7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2" grpId="1" uiExpand="1" build="allAtOnce"/>
      <p:bldP spid="3" grpId="0" animBg="1"/>
      <p:bldP spid="3" grpId="1" animBg="1"/>
      <p:bldP spid="3" grpId="2" animBg="1"/>
      <p:bldP spid="3" grpId="3" animBg="1"/>
      <p:bldP spid="3" grpId="4" animBg="1"/>
      <p:bldP spid="3" grpId="5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457202"/>
            <a:ext cx="4351458" cy="498598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00FF00"/>
                </a:solidFill>
              </a:rPr>
              <a:t>I  have learned it.</a:t>
            </a:r>
          </a:p>
          <a:p>
            <a:pPr algn="ctr"/>
            <a:endParaRPr lang="en-US" sz="5400" b="1" dirty="0" smtClean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</a:endParaRPr>
          </a:p>
        </p:txBody>
      </p:sp>
    </p:spTree>
  </p:cSld>
  <p:clrMapOvr>
    <a:masterClrMapping/>
  </p:clrMapOvr>
  <p:transition advClick="0" advTm="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8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8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0"/>
                            </p:stCondLst>
                            <p:childTnLst>
                              <p:par>
                                <p:cTn id="16" presetID="38" presetClass="exit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r-195703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286000"/>
            <a:ext cx="6858000" cy="4572000"/>
          </a:xfrm>
          <a:prstGeom prst="rect">
            <a:avLst/>
          </a:prstGeom>
        </p:spPr>
      </p:pic>
    </p:spTree>
  </p:cSld>
  <p:clrMapOvr>
    <a:masterClrMapping/>
  </p:clrMapOvr>
  <p:transition advClick="0" advTm="0">
    <p:zoom dir="in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d-wallpaper-30930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0251"/>
            <a:ext cx="6858000" cy="5143500"/>
          </a:xfrm>
          <a:prstGeom prst="rect">
            <a:avLst/>
          </a:prstGeom>
        </p:spPr>
      </p:pic>
    </p:spTree>
  </p:cSld>
  <p:clrMapOvr>
    <a:masterClrMapping/>
  </p:clrMapOvr>
  <p:transition advClick="0" advTm="0">
    <p:split dir="in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ork-7539758_19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0"/>
            <a:ext cx="6858000" cy="4572000"/>
          </a:xfrm>
          <a:prstGeom prst="rect">
            <a:avLst/>
          </a:prstGeom>
        </p:spPr>
      </p:pic>
    </p:spTree>
  </p:cSld>
  <p:clrMapOvr>
    <a:masterClrMapping/>
  </p:clrMapOvr>
  <p:transition advClick="0" advTm="0">
    <p:cover dir="r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524000" y="1752600"/>
            <a:ext cx="3657600" cy="46482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/>
          <p:cNvCxnSpPr/>
          <p:nvPr/>
        </p:nvCxnSpPr>
        <p:spPr>
          <a:xfrm rot="16200000" flipH="1">
            <a:off x="1524000" y="3810002"/>
            <a:ext cx="3657600" cy="1588"/>
          </a:xfrm>
          <a:prstGeom prst="straightConnector1">
            <a:avLst/>
          </a:prstGeom>
          <a:ln w="38100">
            <a:gradFill flip="none" rotWithShape="1">
              <a:gsLst>
                <a:gs pos="0">
                  <a:srgbClr val="FFFF00"/>
                </a:gs>
                <a:gs pos="57000">
                  <a:schemeClr val="accent1">
                    <a:tint val="44500"/>
                    <a:satMod val="160000"/>
                    <a:alpha val="0"/>
                  </a:scheme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3048002" y="5410200"/>
            <a:ext cx="5709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6</a:t>
            </a:r>
            <a:endParaRPr lang="en-US" sz="5400" b="1" cap="none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chemeClr val="accent1">
                  <a:tint val="3000"/>
                  <a:alpha val="95000"/>
                </a:schemeClr>
              </a:solidFill>
              <a:effectLst>
                <a:innerShdw blurRad="50900" dist="38500" dir="13500000">
                  <a:srgbClr val="000000">
                    <a:alpha val="60000"/>
                  </a:srgbClr>
                </a:innerShdw>
              </a:effectLst>
            </a:endParaRPr>
          </a:p>
        </p:txBody>
      </p:sp>
      <p:sp>
        <p:nvSpPr>
          <p:cNvPr id="45" name="Oval 44"/>
          <p:cNvSpPr/>
          <p:nvPr/>
        </p:nvSpPr>
        <p:spPr>
          <a:xfrm>
            <a:off x="3185985" y="3694671"/>
            <a:ext cx="381000" cy="5334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48" name="Rectangle 47"/>
          <p:cNvSpPr/>
          <p:nvPr/>
        </p:nvSpPr>
        <p:spPr>
          <a:xfrm>
            <a:off x="1524001" y="3457829"/>
            <a:ext cx="5693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9</a:t>
            </a:r>
            <a:endParaRPr lang="en-US" sz="5400" b="1" cap="none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chemeClr val="accent1">
                  <a:tint val="3000"/>
                  <a:alpha val="95000"/>
                </a:schemeClr>
              </a:solidFill>
              <a:effectLst>
                <a:innerShdw blurRad="50900" dist="38500" dir="13500000">
                  <a:srgbClr val="000000">
                    <a:alpha val="60000"/>
                  </a:srgbClr>
                </a:innerShdw>
              </a:effectLst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885302" y="1752600"/>
            <a:ext cx="7857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12</a:t>
            </a:r>
            <a:endParaRPr lang="en-US" sz="5400" b="1" cap="none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chemeClr val="accent1">
                  <a:tint val="3000"/>
                  <a:alpha val="95000"/>
                </a:schemeClr>
              </a:solidFill>
              <a:effectLst>
                <a:innerShdw blurRad="50900" dist="38500" dir="13500000">
                  <a:srgbClr val="000000">
                    <a:alpha val="60000"/>
                  </a:srgbClr>
                </a:innerShdw>
              </a:effectLst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648202" y="3542271"/>
            <a:ext cx="50687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3</a:t>
            </a:r>
            <a:endParaRPr lang="en-US" sz="5400" b="1" cap="none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chemeClr val="accent1">
                  <a:tint val="3000"/>
                  <a:alpha val="95000"/>
                </a:schemeClr>
              </a:solidFill>
              <a:effectLst>
                <a:innerShdw blurRad="50900" dist="38500" dir="13500000">
                  <a:srgbClr val="000000">
                    <a:alpha val="60000"/>
                  </a:srgbClr>
                </a:innerShdw>
              </a:effectLst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 rot="5400000" flipH="1" flipV="1">
            <a:off x="2172495" y="4075908"/>
            <a:ext cx="2361407" cy="794"/>
          </a:xfrm>
          <a:prstGeom prst="straightConnector1">
            <a:avLst/>
          </a:prstGeom>
          <a:ln w="38100">
            <a:gradFill flip="none" rotWithShape="1">
              <a:gsLst>
                <a:gs pos="0">
                  <a:srgbClr val="00B050"/>
                </a:gs>
                <a:gs pos="57000">
                  <a:schemeClr val="accent1">
                    <a:tint val="44500"/>
                    <a:satMod val="160000"/>
                    <a:alpha val="0"/>
                  </a:scheme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rot="10800000" flipH="1">
            <a:off x="1524000" y="3962402"/>
            <a:ext cx="3657600" cy="1588"/>
          </a:xfrm>
          <a:prstGeom prst="straightConnector1">
            <a:avLst/>
          </a:prstGeom>
          <a:ln w="38100">
            <a:gradFill flip="none" rotWithShape="1">
              <a:gsLst>
                <a:gs pos="0">
                  <a:srgbClr val="FF0000"/>
                </a:gs>
                <a:gs pos="57000">
                  <a:schemeClr val="accent1">
                    <a:tint val="44500"/>
                    <a:satMod val="160000"/>
                    <a:alpha val="0"/>
                  </a:scheme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advClick="0" advTm="0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432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8" dur="36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10" dur="6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187</TotalTime>
  <Words>31</Words>
  <Application>Microsoft Office PowerPoint</Application>
  <PresentationFormat>On-screen Show (4:3)</PresentationFormat>
  <Paragraphs>13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Apex</vt:lpstr>
      <vt:lpstr>Photo Album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 Album</dc:title>
  <dc:creator>Home</dc:creator>
  <cp:lastModifiedBy>Home</cp:lastModifiedBy>
  <cp:revision>20</cp:revision>
  <dcterms:created xsi:type="dcterms:W3CDTF">2023-01-31T16:11:18Z</dcterms:created>
  <dcterms:modified xsi:type="dcterms:W3CDTF">2023-02-01T15:53:18Z</dcterms:modified>
</cp:coreProperties>
</file>