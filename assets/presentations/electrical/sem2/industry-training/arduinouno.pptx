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0" r:id="rId6"/>
    <p:sldId id="257" r:id="rId7"/>
    <p:sldId id="262" r:id="rId8"/>
    <p:sldId id="263" r:id="rId9"/>
    <p:sldId id="267" r:id="rId10"/>
    <p:sldId id="268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7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F297-53CB-E6DC-8742-71A6945CC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07183-10A6-9D20-77DE-8E43C5B28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F559B-F444-E5CE-C8C8-D0311D8BA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6F11-C441-3442-8DD0-61A882B124B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46938-BA89-90BE-5B5B-279DA7F10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33E16-B3F3-BCF0-0E97-66CCA6B7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3982-0A3B-F94C-A6C5-DBC9BDF0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22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C6E0B-6D5B-F5CC-99DA-6C91DE7F9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9EFB5-C067-B37D-50F3-DC4AC606E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FECE9-A3CC-46B8-0EF2-2CD12AF4F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6F11-C441-3442-8DD0-61A882B124B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524CE-B4F6-0E4E-D5AE-CB881E8CD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C25C7-46C7-0E2D-3542-91F20CE8F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3982-0A3B-F94C-A6C5-DBC9BDF0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8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BF930-168B-D694-7309-B51F2048F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6C484-A05B-6328-6206-4E4DF59B8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645EA-1605-ABE2-FA29-17A38DEAA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6F11-C441-3442-8DD0-61A882B124B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A40AE-C20E-620E-6B54-4ECA63353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BBC22-C677-0DF1-D9FD-511CD9884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3982-0A3B-F94C-A6C5-DBC9BDF0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53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28A5B-2BEA-8148-00FB-C1B10206F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B64BF-B11E-A9E7-8364-7FE6F559A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446ED-EE8C-09FC-3A48-B6F11EF2E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1854C-BB54-E2B3-438A-EC486B756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6F11-C441-3442-8DD0-61A882B124B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CCE71-52A1-5F09-5BB1-CF57A7599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D057D-2D3E-59C4-0D62-C23C98EED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3982-0A3B-F94C-A6C5-DBC9BDF0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533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46268-0DC4-AB7C-291D-5265BD057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EEBF6-491D-EC65-64C4-4B27FD4A0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A626FC-2667-2CF8-964B-563F914CD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F67063-E2D2-CCB2-CCDF-79E4FFA299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44F52F-FCD7-A80C-6A70-F864EED085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E0F29A-299C-7280-5529-F85529115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6F11-C441-3442-8DD0-61A882B124B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1C53F-8459-EF88-3E28-FEB9896F4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956686-402F-5F44-69F5-DA7FD01E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3982-0A3B-F94C-A6C5-DBC9BDF0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51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A3520-8AE4-B587-C966-1C264D1D5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B97A9-AD21-F632-2E98-B63BECD9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6F11-C441-3442-8DD0-61A882B124B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06D08-0A13-ECAD-FE7D-1892FDD6E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8DF07-049C-B6F5-CF2B-EE04DD55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3982-0A3B-F94C-A6C5-DBC9BDF0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52F9D8-1C9E-6204-D6B7-10E24C4E6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6F11-C441-3442-8DD0-61A882B124B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4DAAB7-1442-0BB9-45CD-9DAE619B1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643CD-64E9-7FC4-87E5-262C114E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3982-0A3B-F94C-A6C5-DBC9BDF0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17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9456-8F5F-79B1-AB7C-72214A7E6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B4F92-49EF-75DA-CE42-710F9A80E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B375B-1134-765A-3BB5-950EE12D9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A4BFC-8154-12F2-E92A-92C092418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6F11-C441-3442-8DD0-61A882B124B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7B5E0-31C3-995C-5F2E-9394C121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23FF0-8309-36A3-5516-AE004A173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3982-0A3B-F94C-A6C5-DBC9BDF0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35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BA35F-9199-9732-15C7-C0D4D67BB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3A27AC-3901-D944-6D34-CEC1A3A75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550B3-D1C1-B061-36B1-328C3D13F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6C459-4BCC-6689-FC27-7294503DB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6F11-C441-3442-8DD0-61A882B124B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CD112-5657-2BCB-0AB5-F6E701CB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49CE5C-13C4-31F5-AACD-6FDBE01F1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3982-0A3B-F94C-A6C5-DBC9BDF0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30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F3C4E-CDEB-D5B4-C65E-A30202E0B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48D10-7BE6-C3F8-2809-354D03BB0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5F37F-4F7A-09C7-2022-6FFF60CC3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6F11-C441-3442-8DD0-61A882B124B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1D9EE-AB0F-B49A-1C85-3C4581D8A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43535-5B73-FB1B-8C3D-7DC48327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3982-0A3B-F94C-A6C5-DBC9BDF0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6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B9C96A-D96F-8CED-525E-6C3ACFA38E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62EE0C-36C7-38D3-79B5-C0659DE4D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A3282-541D-7D3D-CCBD-3FFA908C1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6F11-C441-3442-8DD0-61A882B124B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F8247-87EB-E899-7A27-956B84302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EF208-096D-1A09-6818-2F79A2014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3982-0A3B-F94C-A6C5-DBC9BDF0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23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4FCFE0-14FA-8E03-DFDC-034B221FB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DEB8F-66E6-1EBB-FB1A-C81785D6B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B1377-B2BF-E0FB-93D4-70FF83AE0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536F11-C441-3442-8DD0-61A882B124B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2E4D0-901B-2BF0-A761-F515FC241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37F6C-0B7F-9632-2664-18DD7FB79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F53982-0A3B-F94C-A6C5-DBC9BDF0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29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B26EC-87AC-0189-7FB3-B6C4B1E13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8383" y="0"/>
            <a:ext cx="10245328" cy="173236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Government Polytechnic </a:t>
            </a:r>
            <a:br>
              <a:rPr lang="en-GB" b="1" dirty="0"/>
            </a:br>
            <a:r>
              <a:rPr lang="en-GB" b="1" dirty="0" err="1"/>
              <a:t>Harakh</a:t>
            </a:r>
            <a:r>
              <a:rPr lang="en-GB" b="1" dirty="0"/>
              <a:t> </a:t>
            </a:r>
            <a:r>
              <a:rPr lang="en-GB" b="1" dirty="0" err="1"/>
              <a:t>Barabanki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919EF4-8355-8C05-DE9A-FAA92B487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5393" y="2049794"/>
            <a:ext cx="10036969" cy="2077243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chemeClr val="accent6"/>
                </a:solidFill>
              </a:rPr>
              <a:t>Presentation on</a:t>
            </a:r>
          </a:p>
          <a:p>
            <a:r>
              <a:rPr lang="en-GB" sz="2800" b="1" dirty="0">
                <a:solidFill>
                  <a:schemeClr val="accent6"/>
                </a:solidFill>
              </a:rPr>
              <a:t>1 Month Summer Training – 2024-2025</a:t>
            </a:r>
          </a:p>
          <a:p>
            <a:r>
              <a:rPr lang="en-GB" sz="2800" b="1" dirty="0">
                <a:solidFill>
                  <a:schemeClr val="accent6"/>
                </a:solidFill>
              </a:rPr>
              <a:t>At Student Training Program On Arduino from IIT Bombay </a:t>
            </a:r>
            <a:endParaRPr lang="en-US" sz="2800" b="1" dirty="0">
              <a:solidFill>
                <a:schemeClr val="accent6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57290-35E3-E4CB-A6BB-14E0577C6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2696766" cy="2770717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FABBFFE3-8B60-E5B0-5278-5349D6E544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444471"/>
            <a:ext cx="4448175" cy="2413530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chemeClr val="accent2"/>
                </a:solidFill>
              </a:rPr>
              <a:t>Submitted by </a:t>
            </a:r>
          </a:p>
          <a:p>
            <a:r>
              <a:rPr lang="en-GB" sz="2800" b="1" dirty="0" err="1">
                <a:solidFill>
                  <a:schemeClr val="accent2"/>
                </a:solidFill>
              </a:rPr>
              <a:t>Shambhu</a:t>
            </a:r>
            <a:r>
              <a:rPr lang="en-GB" sz="2800" b="1" dirty="0">
                <a:solidFill>
                  <a:schemeClr val="accent2"/>
                </a:solidFill>
              </a:rPr>
              <a:t> Gupta </a:t>
            </a:r>
          </a:p>
          <a:p>
            <a:r>
              <a:rPr lang="en-GB" sz="2800" b="1" dirty="0">
                <a:solidFill>
                  <a:schemeClr val="accent2"/>
                </a:solidFill>
              </a:rPr>
              <a:t>Electrical engineering </a:t>
            </a:r>
          </a:p>
          <a:p>
            <a:r>
              <a:rPr lang="en-GB" sz="2800" b="1" dirty="0">
                <a:solidFill>
                  <a:schemeClr val="accent2"/>
                </a:solidFill>
              </a:rPr>
              <a:t>3</a:t>
            </a:r>
            <a:r>
              <a:rPr lang="en-GB" sz="2800" b="1" baseline="30000" dirty="0">
                <a:solidFill>
                  <a:schemeClr val="accent2"/>
                </a:solidFill>
              </a:rPr>
              <a:t>rd</a:t>
            </a:r>
            <a:r>
              <a:rPr lang="en-GB" sz="2800" b="1" dirty="0">
                <a:solidFill>
                  <a:schemeClr val="accent2"/>
                </a:solidFill>
              </a:rPr>
              <a:t> </a:t>
            </a:r>
            <a:r>
              <a:rPr lang="en-GB" sz="2800" b="1" dirty="0" err="1">
                <a:solidFill>
                  <a:schemeClr val="accent2"/>
                </a:solidFill>
              </a:rPr>
              <a:t>Sem</a:t>
            </a:r>
            <a:r>
              <a:rPr lang="en-GB" sz="2800" b="1" dirty="0">
                <a:solidFill>
                  <a:schemeClr val="accent2"/>
                </a:solidFill>
              </a:rPr>
              <a:t> 2</a:t>
            </a:r>
            <a:r>
              <a:rPr lang="en-GB" sz="2800" b="1" baseline="30000" dirty="0">
                <a:solidFill>
                  <a:schemeClr val="accent2"/>
                </a:solidFill>
              </a:rPr>
              <a:t>nd</a:t>
            </a:r>
            <a:r>
              <a:rPr lang="en-GB" sz="2800" b="1" dirty="0">
                <a:solidFill>
                  <a:schemeClr val="accent2"/>
                </a:solidFill>
              </a:rPr>
              <a:t> year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1742BC4-0321-63C3-82B8-DE439B854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8213" y="4265877"/>
            <a:ext cx="4613786" cy="2592123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chemeClr val="accent2"/>
                </a:solidFill>
              </a:rPr>
              <a:t>Submitted to </a:t>
            </a:r>
          </a:p>
          <a:p>
            <a:r>
              <a:rPr lang="en-GB" sz="2800" b="1" dirty="0">
                <a:solidFill>
                  <a:schemeClr val="accent2"/>
                </a:solidFill>
              </a:rPr>
              <a:t>Mrs </a:t>
            </a:r>
            <a:r>
              <a:rPr lang="en-GB" sz="2800" b="1" dirty="0" err="1">
                <a:solidFill>
                  <a:schemeClr val="accent2"/>
                </a:solidFill>
              </a:rPr>
              <a:t>Sakshi</a:t>
            </a:r>
            <a:r>
              <a:rPr lang="en-GB" sz="2800" b="1" dirty="0">
                <a:solidFill>
                  <a:schemeClr val="accent2"/>
                </a:solidFill>
              </a:rPr>
              <a:t> Mishra Mam</a:t>
            </a:r>
          </a:p>
          <a:p>
            <a:r>
              <a:rPr lang="en-GB" sz="2800" b="1" dirty="0">
                <a:solidFill>
                  <a:schemeClr val="accent2"/>
                </a:solidFill>
              </a:rPr>
              <a:t>Electrical engineering</a:t>
            </a:r>
          </a:p>
          <a:p>
            <a:r>
              <a:rPr lang="en-GB" sz="2800" b="1" dirty="0" err="1">
                <a:solidFill>
                  <a:schemeClr val="accent2"/>
                </a:solidFill>
              </a:rPr>
              <a:t>Govt</a:t>
            </a:r>
            <a:r>
              <a:rPr lang="en-GB" sz="2800" b="1" dirty="0">
                <a:solidFill>
                  <a:schemeClr val="accent2"/>
                </a:solidFill>
              </a:rPr>
              <a:t> Polytechnic </a:t>
            </a:r>
            <a:r>
              <a:rPr lang="en-GB" sz="2800" b="1" dirty="0" err="1">
                <a:solidFill>
                  <a:schemeClr val="accent2"/>
                </a:solidFill>
              </a:rPr>
              <a:t>Harakh</a:t>
            </a:r>
            <a:endParaRPr lang="en-GB" sz="2800" b="1" dirty="0">
              <a:solidFill>
                <a:schemeClr val="accent2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7451E1-3222-C92F-CBD5-8F11624057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725" y="47494"/>
            <a:ext cx="18192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320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dir="in"/>
      </p:transition>
    </mc:Choice>
    <mc:Fallback xmlns="">
      <p:transition spd="slow">
        <p:split dir="in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8504B-6FF1-7709-D072-05DE9D403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4419" y="0"/>
            <a:ext cx="3510558" cy="1617266"/>
          </a:xfrm>
        </p:spPr>
        <p:txBody>
          <a:bodyPr>
            <a:normAutofit/>
          </a:bodyPr>
          <a:lstStyle/>
          <a:p>
            <a:r>
              <a:rPr lang="en-GB" sz="4800" b="1" u="sng" dirty="0"/>
              <a:t>[ Content] </a:t>
            </a:r>
            <a:endParaRPr lang="en-US" sz="48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4B96C-CC94-43C7-7BBB-7D9EBF8D1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GB" sz="3600" dirty="0"/>
              <a:t>About the Arduino 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 dirty="0"/>
              <a:t>Arduino Components 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 dirty="0"/>
              <a:t>Certificate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0185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E02AB-781C-A9E9-0FF2-7E2AAD5B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4144566" cy="1401960"/>
          </a:xfrm>
        </p:spPr>
        <p:txBody>
          <a:bodyPr>
            <a:noAutofit/>
          </a:bodyPr>
          <a:lstStyle/>
          <a:p>
            <a:r>
              <a:rPr lang="en-GB" b="1" u="sng" dirty="0">
                <a:solidFill>
                  <a:srgbClr val="C00000"/>
                </a:solidFill>
              </a:rPr>
              <a:t>[Arduino Image]</a:t>
            </a:r>
            <a:endParaRPr lang="en-US" b="1" u="sng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44A703-C297-76FC-FFE5-4B555DD89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1" y="1482328"/>
            <a:ext cx="10515599" cy="537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77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AF8E-0FEF-A0F8-AADB-80808557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181BE4-B21C-9790-B1C7-93E42DC3D0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32173"/>
            <a:ext cx="11805047" cy="662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338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082A-264C-DBE6-A0FA-0B6BF8FAA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138" y="9616281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B2E672E-B19A-CDFD-CC84-299077DE6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758" y="1825625"/>
            <a:ext cx="64544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84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A75D5-22D5-EC60-B458-5A12A3DA6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b="1" u="sng" dirty="0">
                <a:solidFill>
                  <a:srgbClr val="C00000"/>
                </a:solidFill>
              </a:rPr>
              <a:t>[About the Arduino]</a:t>
            </a:r>
            <a:endParaRPr lang="en-US" sz="4800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76440-5BB8-44D5-6BDC-8A025F04A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438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Arduino is an open-source electronics platform based on easy-to-use hardware and software. It uses a microcontroller board (like Arduino Uno) and the Arduino IDE for programming in C/C++. It allows users to connect sensors, motors, LEDs, and other devices to create interactive projects.</a:t>
            </a:r>
          </a:p>
          <a:p>
            <a:pPr marL="0" indent="0">
              <a:buNone/>
            </a:pPr>
            <a:r>
              <a:rPr lang="en-GB" dirty="0"/>
              <a:t>
</a:t>
            </a:r>
            <a:r>
              <a:rPr lang="en-GB"/>
              <a:t>1Key</a:t>
            </a:r>
            <a:r>
              <a:rPr lang="en-GB" dirty="0"/>
              <a:t> Features: Low cost, simple to program, beginner-friendly, cross-platform.
*Uses: Robotics, home automation, </a:t>
            </a:r>
            <a:r>
              <a:rPr lang="en-GB" dirty="0" err="1"/>
              <a:t>IoT</a:t>
            </a:r>
            <a:r>
              <a:rPr lang="en-GB" dirty="0"/>
              <a:t>, and DIY electronics projects.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54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D1037-7DE9-1224-4CC5-36F82CE77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-178595"/>
            <a:ext cx="10515600" cy="2482454"/>
          </a:xfrm>
        </p:spPr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What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is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Arduino?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32380-35BB-1D66-A68E-2AD1F66B4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016" y="2303859"/>
            <a:ext cx="11304984" cy="3661172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
Arduino is an open-source electronics prototyping platform.
Consists of hardware (microcontroller board) + software (Arduino IDE).
Easy-to-use, ideal for beginners and professionals.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10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E3E33-905C-73E1-D499-B70005FB6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 </a:t>
            </a:r>
            <a:r>
              <a:rPr lang="en-GB" sz="4000" dirty="0">
                <a:solidFill>
                  <a:srgbClr val="FF0000"/>
                </a:solidFill>
              </a:rPr>
              <a:t>Applications of Arduino</a:t>
            </a:r>
            <a:r>
              <a:rPr lang="en-GB" dirty="0"/>
              <a:t>
Home automation
Robotics
IOT (Internet of Things)
Weather stations
LED &amp; motor control projects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500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1E54E-ED74-2E13-68BA-37678D4EB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0000"/>
                </a:solidFill>
              </a:rPr>
              <a:t>Advantages &amp; Limitations</a:t>
            </a:r>
            <a:r>
              <a:rPr lang="en-GB" sz="4000" dirty="0">
                <a:solidFill>
                  <a:srgbClr val="FF0000"/>
                </a:solidFill>
              </a:rPr>
              <a:t> A</a:t>
            </a:r>
            <a:r>
              <a:rPr lang="en-US" sz="4000" dirty="0" err="1">
                <a:solidFill>
                  <a:srgbClr val="FF0000"/>
                </a:solidFill>
              </a:rPr>
              <a:t>dvantages</a:t>
            </a:r>
            <a:r>
              <a:rPr lang="en-US" sz="4000" dirty="0">
                <a:solidFill>
                  <a:srgbClr val="FF0000"/>
                </a:solidFill>
              </a:rPr>
              <a:t>:</a:t>
            </a:r>
            <a:endParaRPr lang="en-GB" sz="4000" dirty="0">
              <a:solidFill>
                <a:srgbClr val="FF0000"/>
              </a:solidFill>
            </a:endParaRPr>
          </a:p>
          <a:p>
            <a:r>
              <a:rPr lang="en-GB" dirty="0"/>
              <a:t>  Beginner </a:t>
            </a:r>
            <a:r>
              <a:rPr lang="en-US" dirty="0"/>
              <a:t>friendly, affordable, flexible.</a:t>
            </a:r>
            <a:endParaRPr lang="en-GB" dirty="0"/>
          </a:p>
          <a:p>
            <a:r>
              <a:rPr lang="en-US" dirty="0"/>
              <a:t>Limited processing power</a:t>
            </a:r>
            <a:r>
              <a:rPr lang="en-GB" dirty="0"/>
              <a:t>.</a:t>
            </a:r>
          </a:p>
          <a:p>
            <a:r>
              <a:rPr lang="en-US" dirty="0"/>
              <a:t>Not suitable for very complex tasks.</a:t>
            </a:r>
          </a:p>
        </p:txBody>
      </p:sp>
    </p:spTree>
    <p:extLst>
      <p:ext uri="{BB962C8B-B14F-4D97-AF65-F5344CB8AC3E}">
        <p14:creationId xmlns:p14="http://schemas.microsoft.com/office/powerpoint/2010/main" val="1253960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71908-9458-2E1E-AC39-CEFAACD3F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0000"/>
                </a:solidFill>
              </a:rPr>
              <a:t>Conclusion</a:t>
            </a:r>
            <a:endParaRPr lang="en-GB" sz="4000" dirty="0">
              <a:solidFill>
                <a:srgbClr val="FF0000"/>
              </a:solidFill>
            </a:endParaRPr>
          </a:p>
          <a:p>
            <a:r>
              <a:rPr lang="en-US" dirty="0"/>
              <a:t> Arduino = a simple, powerful tool for innovation</a:t>
            </a:r>
            <a:r>
              <a:rPr lang="en-GB" dirty="0"/>
              <a:t>.</a:t>
            </a:r>
          </a:p>
          <a:p>
            <a:r>
              <a:rPr lang="en-US" dirty="0"/>
              <a:t>Best for learning electronics &amp; </a:t>
            </a:r>
            <a:r>
              <a:rPr lang="en-GB" dirty="0" err="1"/>
              <a:t>Codings</a:t>
            </a:r>
            <a:r>
              <a:rPr lang="en-GB" dirty="0"/>
              <a:t>.</a:t>
            </a:r>
          </a:p>
          <a:p>
            <a:r>
              <a:rPr lang="en-US" dirty="0"/>
              <a:t>“Start small, build big!”</a:t>
            </a:r>
          </a:p>
        </p:txBody>
      </p:sp>
    </p:spTree>
    <p:extLst>
      <p:ext uri="{BB962C8B-B14F-4D97-AF65-F5344CB8AC3E}">
        <p14:creationId xmlns:p14="http://schemas.microsoft.com/office/powerpoint/2010/main" val="2700785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1E50B-D920-075F-70E8-23852B76B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0000"/>
                </a:solidFill>
              </a:rPr>
              <a:t>(Certificate of Participation 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8332A6-1ACD-B043-FB32-8353B3DCC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997" y="1825625"/>
            <a:ext cx="64200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9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BA41A-B7F8-7663-268B-399646488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2906"/>
            <a:ext cx="3769519" cy="1044178"/>
          </a:xfrm>
        </p:spPr>
        <p:txBody>
          <a:bodyPr/>
          <a:lstStyle/>
          <a:p>
            <a:r>
              <a:rPr lang="en-GB" b="1" u="sng" dirty="0">
                <a:solidFill>
                  <a:srgbClr val="FF0000"/>
                </a:solidFill>
              </a:rPr>
              <a:t>[Certificate]</a:t>
            </a:r>
            <a:endParaRPr lang="en-US" b="1" u="sng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7DD60F-D5D6-4EBF-8C09-2600FAE0B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37082"/>
            <a:ext cx="7930753" cy="542091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D7EE41C-A491-1F2F-98D8-4720CBE8B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77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2F632-7EB9-5492-4E0D-B698F6335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FAE2-E7CD-5433-831E-B7CC1BCC4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            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                           </a:t>
            </a:r>
            <a:r>
              <a:rPr lang="en-AU" sz="6000" dirty="0">
                <a:solidFill>
                  <a:srgbClr val="FF0000"/>
                </a:solidFill>
              </a:rPr>
              <a:t>Thank</a:t>
            </a:r>
            <a:r>
              <a:rPr lang="en-AU" dirty="0"/>
              <a:t>  </a:t>
            </a:r>
            <a:r>
              <a:rPr lang="en-AU" sz="6000" dirty="0">
                <a:solidFill>
                  <a:srgbClr val="FF0000"/>
                </a:solidFill>
              </a:rPr>
              <a:t>You</a:t>
            </a:r>
            <a:r>
              <a:rPr lang="en-AU" dirty="0"/>
              <a:t> </a:t>
            </a:r>
            <a:r>
              <a:rPr lang="en-AU" sz="6000" dirty="0">
                <a:solidFill>
                  <a:srgbClr val="FF0000"/>
                </a:solidFill>
              </a:rPr>
              <a:t>🥰🥰</a:t>
            </a:r>
          </a:p>
        </p:txBody>
      </p:sp>
    </p:spTree>
    <p:extLst>
      <p:ext uri="{BB962C8B-B14F-4D97-AF65-F5344CB8AC3E}">
        <p14:creationId xmlns:p14="http://schemas.microsoft.com/office/powerpoint/2010/main" val="107675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</Words>
  <Application>Microsoft Office PowerPoint</Application>
  <PresentationFormat>Widescreen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Government Polytechnic  Harakh Barabanki</vt:lpstr>
      <vt:lpstr>[ Content] </vt:lpstr>
      <vt:lpstr>[Arduino Image]</vt:lpstr>
      <vt:lpstr>PowerPoint Presentation</vt:lpstr>
      <vt:lpstr>PowerPoint Presentation</vt:lpstr>
      <vt:lpstr>[About the Arduino]</vt:lpstr>
      <vt:lpstr>What is Arduino?</vt:lpstr>
      <vt:lpstr>PowerPoint Presentation</vt:lpstr>
      <vt:lpstr>PowerPoint Presentation</vt:lpstr>
      <vt:lpstr>PowerPoint Presentation</vt:lpstr>
      <vt:lpstr>(Certificate of Participation )</vt:lpstr>
      <vt:lpstr>[Certificate]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Government Polytechnic  Harakh Barabanki</dc:title>
  <dc:creator>Shambhu Gupta</dc:creator>
  <cp:lastModifiedBy>Shambhu Gupta</cp:lastModifiedBy>
  <cp:revision>9</cp:revision>
  <dcterms:created xsi:type="dcterms:W3CDTF">2025-09-20T15:41:27Z</dcterms:created>
  <dcterms:modified xsi:type="dcterms:W3CDTF">2025-09-24T10:39:27Z</dcterms:modified>
</cp:coreProperties>
</file>