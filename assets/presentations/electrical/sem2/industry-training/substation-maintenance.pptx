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8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2" r:id="rId17"/>
    <p:sldId id="274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verick Minds" initials="MM" lastIdx="1" clrIdx="0">
    <p:extLst>
      <p:ext uri="{19B8F6BF-5375-455C-9EA6-DF929625EA0E}">
        <p15:presenceInfo xmlns:p15="http://schemas.microsoft.com/office/powerpoint/2012/main" userId="ae97f6affe292bd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7E22"/>
    <a:srgbClr val="E74C3C"/>
    <a:srgbClr val="2196F3"/>
    <a:srgbClr val="4CAF50"/>
    <a:srgbClr val="F44336"/>
    <a:srgbClr val="E8F5E9"/>
    <a:srgbClr val="FFEBEE"/>
    <a:srgbClr val="93C5FD"/>
    <a:srgbClr val="A7F3D0"/>
    <a:srgbClr val="F28B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FF933-BD57-40AC-AB1B-2979C21BC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1C156-8CE4-4D92-B2A2-0CDEE6D63F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D710-5D06-4590-93F7-7F71B721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65C8C-C287-4D64-9685-B965E62D0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190EE-0830-47A9-B216-0699ADCF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4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CB002-B4A3-4557-94D2-6A4423A5D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A2F8A-7B65-4293-8052-C598DFD5B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AED03-B959-4141-AC85-0626DECE3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12B80-151F-4FDC-A3EA-861739C2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D7C01-1835-4B71-9813-D3EF33C12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58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36AC-614D-4A80-93E5-1437560AC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0EEF3-A56E-460B-B583-C8F39CB6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A414C-C063-4AF2-AEC5-C5FF4A858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489C-7939-4C54-AE26-084F3E24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06B5FB-9DDA-4FDD-92B4-A897E1B5C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73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8FEE-B9BB-48E5-B523-DAF8B0E64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43CFE-CAB5-41A9-8314-DFDF343D5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8BAFA-D1AE-47A3-9B5E-4F8231024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25DD2A-9554-4772-9054-C55CABCC0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D8B0C-9858-4944-A118-7487B4B3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82ED8-8CEC-4814-A149-7FC0B3F0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52BE-0A8E-40B6-B797-B0AC43C2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E81E4-3003-4C98-B049-C3657C70A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CCDD9-999A-4F1F-A6DC-E4B53C09F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841DE-F5AC-43C8-8D04-31AB915A0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BF749-CBA6-4FBB-8258-68F96D690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0F2BBE-184F-41CD-BFA0-E7D44B264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E1CC6-5D31-4D6E-ABC0-6E8072B7A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44DA21-163E-49B9-B2C1-FCEBC348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413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1ABEB-C4C7-448D-96D9-2A95106F8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4878DA-9B6C-443E-9D2C-B70EDCC5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3586F-5FD5-4948-A78A-49CA0AB26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92DA12-0FFD-4022-8B5F-383D84BB8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4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C4EC27-F966-4E95-9DA5-B3DA7CD5A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A4783A-E481-46A5-ABAA-CC9C6C4A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F291B-20AE-49D1-9B01-1123339BC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33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37B2C-42AE-4FD0-B685-8A7BAB376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17469-A1A6-4155-A415-CA4C434A2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6608E-318C-4569-A7C7-3FD89B3CE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3B522F-2EFC-42BC-B079-319DC57F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DCFBF-090F-4C7C-BA9D-06CCB20CD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7856B-2D87-4523-8DA6-92C89669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67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75F7-13BF-44A9-B64A-651A4A59D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5DF0B4-99DA-4FC9-BD5A-4C23C033C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BB007-8B50-4594-899C-798916A08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25981-5FD4-43F7-9D97-90FE1232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9E228-8374-43A1-A583-C6BEE51A6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C2AC06-42F3-4C0D-B4D8-A09442EDE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27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17843-603C-45DE-BCD4-521D35897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073D0-8AFC-4975-AAA7-8198F4D5E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83680-1028-47B9-931C-726DF1C88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9E901-D344-48E6-B5AF-408E2C94D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3FCA4-7F46-4AB9-9EA8-240CC5DA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31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A92CD9-AF6C-4CAF-9FA8-AB44C679A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5D804-3B0C-4208-AB0D-65520298E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8FA64-429A-4C4F-B88E-D33BD3E15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CE8FA-3D65-41DE-AEB7-67DB1641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9C03D-BA5F-4413-9C48-785889A53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17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C4801D-04B9-4D3A-B60C-3B891BE4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52C68-54AE-495E-8343-0DF02B7ED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FE0A1-7113-463E-A3CC-AB1C64E7A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B98C04-402E-4DA5-8D58-7002FCBCB36B}" type="datetimeFigureOut">
              <a:rPr lang="en-US" smtClean="0"/>
              <a:t>9/11/2025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4B6ED-26B0-4363-953F-86134494F1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12E94-8561-4CCA-9606-C55927682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D0890-20B2-405E-AFF3-FF2D0B3A48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323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Free-form: Shape 107">
            <a:extLst>
              <a:ext uri="{FF2B5EF4-FFF2-40B4-BE49-F238E27FC236}">
                <a16:creationId xmlns:a16="http://schemas.microsoft.com/office/drawing/2014/main" id="{7E7A3182-91B2-459D-8EC6-D861F2346972}"/>
              </a:ext>
            </a:extLst>
          </p:cNvPr>
          <p:cNvSpPr/>
          <p:nvPr/>
        </p:nvSpPr>
        <p:spPr>
          <a:xfrm>
            <a:off x="-114299" y="0"/>
            <a:ext cx="10253702" cy="6858000"/>
          </a:xfrm>
          <a:custGeom>
            <a:avLst/>
            <a:gdLst/>
            <a:ahLst/>
            <a:cxnLst/>
            <a:rect l="l" t="t" r="r" b="b"/>
            <a:pathLst>
              <a:path w="10253702" h="6858000">
                <a:moveTo>
                  <a:pt x="4615423" y="2942927"/>
                </a:moveTo>
                <a:cubicBezTo>
                  <a:pt x="4597068" y="2942927"/>
                  <a:pt x="4583363" y="2947082"/>
                  <a:pt x="4574309" y="2955392"/>
                </a:cubicBezTo>
                <a:cubicBezTo>
                  <a:pt x="4565256" y="2963701"/>
                  <a:pt x="4560729" y="2974553"/>
                  <a:pt x="4560729" y="2987948"/>
                </a:cubicBezTo>
                <a:cubicBezTo>
                  <a:pt x="4560729" y="3001094"/>
                  <a:pt x="4565380" y="3011822"/>
                  <a:pt x="4574681" y="3020132"/>
                </a:cubicBezTo>
                <a:cubicBezTo>
                  <a:pt x="4583983" y="3028441"/>
                  <a:pt x="4597564" y="3032596"/>
                  <a:pt x="4615423" y="3032596"/>
                </a:cubicBezTo>
                <a:lnTo>
                  <a:pt x="4732997" y="3032596"/>
                </a:lnTo>
                <a:cubicBezTo>
                  <a:pt x="4751601" y="3032596"/>
                  <a:pt x="4765367" y="3028441"/>
                  <a:pt x="4774297" y="3020132"/>
                </a:cubicBezTo>
                <a:cubicBezTo>
                  <a:pt x="4783227" y="3011822"/>
                  <a:pt x="4787692" y="3001094"/>
                  <a:pt x="4787692" y="2987948"/>
                </a:cubicBezTo>
                <a:cubicBezTo>
                  <a:pt x="4787692" y="2974553"/>
                  <a:pt x="4783165" y="2963701"/>
                  <a:pt x="4774111" y="2955392"/>
                </a:cubicBezTo>
                <a:cubicBezTo>
                  <a:pt x="4765057" y="2947082"/>
                  <a:pt x="4751353" y="2942927"/>
                  <a:pt x="4732997" y="2942927"/>
                </a:cubicBezTo>
                <a:close/>
                <a:moveTo>
                  <a:pt x="7948727" y="2857351"/>
                </a:moveTo>
                <a:cubicBezTo>
                  <a:pt x="7928883" y="2857351"/>
                  <a:pt x="7911396" y="2862498"/>
                  <a:pt x="7896265" y="2872792"/>
                </a:cubicBezTo>
                <a:cubicBezTo>
                  <a:pt x="7881134" y="2883086"/>
                  <a:pt x="7869476" y="2898279"/>
                  <a:pt x="7861290" y="2918371"/>
                </a:cubicBezTo>
                <a:cubicBezTo>
                  <a:pt x="7853105" y="2938463"/>
                  <a:pt x="7849012" y="2961903"/>
                  <a:pt x="7849012" y="2988692"/>
                </a:cubicBezTo>
                <a:cubicBezTo>
                  <a:pt x="7849012" y="3015233"/>
                  <a:pt x="7853043" y="3038425"/>
                  <a:pt x="7861104" y="3058269"/>
                </a:cubicBezTo>
                <a:cubicBezTo>
                  <a:pt x="7869166" y="3078113"/>
                  <a:pt x="7880700" y="3093306"/>
                  <a:pt x="7895707" y="3103848"/>
                </a:cubicBezTo>
                <a:cubicBezTo>
                  <a:pt x="7910714" y="3114390"/>
                  <a:pt x="7928387" y="3119661"/>
                  <a:pt x="7948727" y="3119661"/>
                </a:cubicBezTo>
                <a:cubicBezTo>
                  <a:pt x="7979485" y="3119661"/>
                  <a:pt x="8003979" y="3108065"/>
                  <a:pt x="8022211" y="3084872"/>
                </a:cubicBezTo>
                <a:cubicBezTo>
                  <a:pt x="8040442" y="3061680"/>
                  <a:pt x="8049558" y="3029620"/>
                  <a:pt x="8049558" y="2988692"/>
                </a:cubicBezTo>
                <a:cubicBezTo>
                  <a:pt x="8049558" y="2947268"/>
                  <a:pt x="8040442" y="2915022"/>
                  <a:pt x="8022211" y="2891954"/>
                </a:cubicBezTo>
                <a:cubicBezTo>
                  <a:pt x="8003979" y="2868885"/>
                  <a:pt x="7979485" y="2857351"/>
                  <a:pt x="7948727" y="2857351"/>
                </a:cubicBezTo>
                <a:close/>
                <a:moveTo>
                  <a:pt x="5672252" y="2857351"/>
                </a:moveTo>
                <a:cubicBezTo>
                  <a:pt x="5652408" y="2857351"/>
                  <a:pt x="5634921" y="2862498"/>
                  <a:pt x="5619790" y="2872792"/>
                </a:cubicBezTo>
                <a:cubicBezTo>
                  <a:pt x="5604659" y="2883086"/>
                  <a:pt x="5593001" y="2898279"/>
                  <a:pt x="5584815" y="2918371"/>
                </a:cubicBezTo>
                <a:cubicBezTo>
                  <a:pt x="5576629" y="2938463"/>
                  <a:pt x="5572537" y="2961903"/>
                  <a:pt x="5572537" y="2988692"/>
                </a:cubicBezTo>
                <a:cubicBezTo>
                  <a:pt x="5572537" y="3015233"/>
                  <a:pt x="5576568" y="3038425"/>
                  <a:pt x="5584629" y="3058269"/>
                </a:cubicBezTo>
                <a:cubicBezTo>
                  <a:pt x="5592691" y="3078113"/>
                  <a:pt x="5604225" y="3093306"/>
                  <a:pt x="5619232" y="3103848"/>
                </a:cubicBezTo>
                <a:cubicBezTo>
                  <a:pt x="5634238" y="3114390"/>
                  <a:pt x="5651912" y="3119661"/>
                  <a:pt x="5672252" y="3119661"/>
                </a:cubicBezTo>
                <a:cubicBezTo>
                  <a:pt x="5703010" y="3119661"/>
                  <a:pt x="5727504" y="3108065"/>
                  <a:pt x="5745736" y="3084872"/>
                </a:cubicBezTo>
                <a:cubicBezTo>
                  <a:pt x="5763967" y="3061680"/>
                  <a:pt x="5773083" y="3029620"/>
                  <a:pt x="5773083" y="2988692"/>
                </a:cubicBezTo>
                <a:cubicBezTo>
                  <a:pt x="5773083" y="2947268"/>
                  <a:pt x="5763967" y="2915022"/>
                  <a:pt x="5745736" y="2891954"/>
                </a:cubicBezTo>
                <a:cubicBezTo>
                  <a:pt x="5727504" y="2868885"/>
                  <a:pt x="5703010" y="2857351"/>
                  <a:pt x="5672252" y="2857351"/>
                </a:cubicBezTo>
                <a:close/>
                <a:moveTo>
                  <a:pt x="9652957" y="2852142"/>
                </a:moveTo>
                <a:cubicBezTo>
                  <a:pt x="9627657" y="2852142"/>
                  <a:pt x="9606883" y="2860886"/>
                  <a:pt x="9590635" y="2878373"/>
                </a:cubicBezTo>
                <a:cubicBezTo>
                  <a:pt x="9574388" y="2895860"/>
                  <a:pt x="9564529" y="2921719"/>
                  <a:pt x="9561056" y="2955950"/>
                </a:cubicBezTo>
                <a:lnTo>
                  <a:pt x="9745231" y="2955950"/>
                </a:lnTo>
                <a:cubicBezTo>
                  <a:pt x="9742750" y="2921223"/>
                  <a:pt x="9733387" y="2895240"/>
                  <a:pt x="9717139" y="2878001"/>
                </a:cubicBezTo>
                <a:cubicBezTo>
                  <a:pt x="9700892" y="2860762"/>
                  <a:pt x="9679498" y="2852142"/>
                  <a:pt x="9652957" y="2852142"/>
                </a:cubicBezTo>
                <a:close/>
                <a:moveTo>
                  <a:pt x="4318957" y="2852142"/>
                </a:moveTo>
                <a:cubicBezTo>
                  <a:pt x="4345498" y="2852142"/>
                  <a:pt x="4366892" y="2860762"/>
                  <a:pt x="4383140" y="2878001"/>
                </a:cubicBezTo>
                <a:cubicBezTo>
                  <a:pt x="4399387" y="2895240"/>
                  <a:pt x="4408750" y="2921223"/>
                  <a:pt x="4411231" y="2955950"/>
                </a:cubicBezTo>
                <a:lnTo>
                  <a:pt x="4227056" y="2955950"/>
                </a:lnTo>
                <a:cubicBezTo>
                  <a:pt x="4230529" y="2921719"/>
                  <a:pt x="4240389" y="2895860"/>
                  <a:pt x="4256636" y="2878373"/>
                </a:cubicBezTo>
                <a:cubicBezTo>
                  <a:pt x="4272883" y="2860886"/>
                  <a:pt x="4293657" y="2852142"/>
                  <a:pt x="4318957" y="2852142"/>
                </a:cubicBezTo>
                <a:close/>
                <a:moveTo>
                  <a:pt x="9930373" y="2782193"/>
                </a:moveTo>
                <a:cubicBezTo>
                  <a:pt x="9945008" y="2782193"/>
                  <a:pt x="9956046" y="2786844"/>
                  <a:pt x="9963487" y="2796146"/>
                </a:cubicBezTo>
                <a:cubicBezTo>
                  <a:pt x="9970929" y="2805447"/>
                  <a:pt x="9977502" y="2818780"/>
                  <a:pt x="9983207" y="2836143"/>
                </a:cubicBezTo>
                <a:lnTo>
                  <a:pt x="10069155" y="3086174"/>
                </a:lnTo>
                <a:lnTo>
                  <a:pt x="10150639" y="2853630"/>
                </a:lnTo>
                <a:cubicBezTo>
                  <a:pt x="10157088" y="2834779"/>
                  <a:pt x="10162917" y="2820020"/>
                  <a:pt x="10168126" y="2809354"/>
                </a:cubicBezTo>
                <a:cubicBezTo>
                  <a:pt x="10173335" y="2798688"/>
                  <a:pt x="10178854" y="2791495"/>
                  <a:pt x="10184683" y="2787774"/>
                </a:cubicBezTo>
                <a:cubicBezTo>
                  <a:pt x="10190513" y="2784053"/>
                  <a:pt x="10198760" y="2782193"/>
                  <a:pt x="10209425" y="2782193"/>
                </a:cubicBezTo>
                <a:cubicBezTo>
                  <a:pt x="10217115" y="2782193"/>
                  <a:pt x="10224495" y="2784239"/>
                  <a:pt x="10231564" y="2788332"/>
                </a:cubicBezTo>
                <a:cubicBezTo>
                  <a:pt x="10238633" y="2792425"/>
                  <a:pt x="10244091" y="2797944"/>
                  <a:pt x="10247935" y="2804889"/>
                </a:cubicBezTo>
                <a:cubicBezTo>
                  <a:pt x="10251780" y="2811835"/>
                  <a:pt x="10253702" y="2819152"/>
                  <a:pt x="10253702" y="2826841"/>
                </a:cubicBezTo>
                <a:cubicBezTo>
                  <a:pt x="10252710" y="2831554"/>
                  <a:pt x="10251097" y="2838252"/>
                  <a:pt x="10248865" y="2846933"/>
                </a:cubicBezTo>
                <a:cubicBezTo>
                  <a:pt x="10246633" y="2855615"/>
                  <a:pt x="10243905" y="2864421"/>
                  <a:pt x="10240679" y="2873350"/>
                </a:cubicBezTo>
                <a:lnTo>
                  <a:pt x="10108223" y="3220120"/>
                </a:lnTo>
                <a:cubicBezTo>
                  <a:pt x="10096813" y="3250629"/>
                  <a:pt x="10085651" y="3274566"/>
                  <a:pt x="10074736" y="3291929"/>
                </a:cubicBezTo>
                <a:cubicBezTo>
                  <a:pt x="10063823" y="3309292"/>
                  <a:pt x="10049374" y="3322625"/>
                  <a:pt x="10031390" y="3331927"/>
                </a:cubicBezTo>
                <a:cubicBezTo>
                  <a:pt x="10013407" y="3341229"/>
                  <a:pt x="9989160" y="3345879"/>
                  <a:pt x="9958650" y="3345879"/>
                </a:cubicBezTo>
                <a:cubicBezTo>
                  <a:pt x="9928885" y="3345879"/>
                  <a:pt x="9906561" y="3342655"/>
                  <a:pt x="9891677" y="3336206"/>
                </a:cubicBezTo>
                <a:cubicBezTo>
                  <a:pt x="9876795" y="3329756"/>
                  <a:pt x="9869353" y="3317974"/>
                  <a:pt x="9869353" y="3300859"/>
                </a:cubicBezTo>
                <a:cubicBezTo>
                  <a:pt x="9869353" y="3289201"/>
                  <a:pt x="9872888" y="3280209"/>
                  <a:pt x="9879957" y="3273884"/>
                </a:cubicBezTo>
                <a:cubicBezTo>
                  <a:pt x="9887027" y="3267559"/>
                  <a:pt x="9897507" y="3264396"/>
                  <a:pt x="9911397" y="3264396"/>
                </a:cubicBezTo>
                <a:cubicBezTo>
                  <a:pt x="9916855" y="3264396"/>
                  <a:pt x="9922187" y="3265140"/>
                  <a:pt x="9927397" y="3266628"/>
                </a:cubicBezTo>
                <a:cubicBezTo>
                  <a:pt x="9933846" y="3268117"/>
                  <a:pt x="9939427" y="3268861"/>
                  <a:pt x="9944139" y="3268861"/>
                </a:cubicBezTo>
                <a:cubicBezTo>
                  <a:pt x="9955798" y="3268861"/>
                  <a:pt x="9964975" y="3267125"/>
                  <a:pt x="9971673" y="3263652"/>
                </a:cubicBezTo>
                <a:cubicBezTo>
                  <a:pt x="9978370" y="3260179"/>
                  <a:pt x="9984385" y="3254164"/>
                  <a:pt x="9989718" y="3245607"/>
                </a:cubicBezTo>
                <a:cubicBezTo>
                  <a:pt x="9995051" y="3237049"/>
                  <a:pt x="10001191" y="3224460"/>
                  <a:pt x="10008135" y="3207841"/>
                </a:cubicBezTo>
                <a:lnTo>
                  <a:pt x="10017437" y="3185145"/>
                </a:lnTo>
                <a:lnTo>
                  <a:pt x="9892421" y="2870374"/>
                </a:lnTo>
                <a:cubicBezTo>
                  <a:pt x="9884733" y="2852266"/>
                  <a:pt x="9880887" y="2839120"/>
                  <a:pt x="9880887" y="2830934"/>
                </a:cubicBezTo>
                <a:cubicBezTo>
                  <a:pt x="9880887" y="2822253"/>
                  <a:pt x="9883120" y="2814191"/>
                  <a:pt x="9887585" y="2806750"/>
                </a:cubicBezTo>
                <a:cubicBezTo>
                  <a:pt x="9892049" y="2799308"/>
                  <a:pt x="9898189" y="2793355"/>
                  <a:pt x="9906003" y="2788890"/>
                </a:cubicBezTo>
                <a:cubicBezTo>
                  <a:pt x="9913816" y="2784425"/>
                  <a:pt x="9921939" y="2782193"/>
                  <a:pt x="9930373" y="2782193"/>
                </a:cubicBezTo>
                <a:close/>
                <a:moveTo>
                  <a:pt x="9063300" y="2782193"/>
                </a:moveTo>
                <a:cubicBezTo>
                  <a:pt x="9072230" y="2782193"/>
                  <a:pt x="9080291" y="2784301"/>
                  <a:pt x="9087485" y="2788518"/>
                </a:cubicBezTo>
                <a:cubicBezTo>
                  <a:pt x="9094678" y="2792735"/>
                  <a:pt x="9100445" y="2799060"/>
                  <a:pt x="9104786" y="2807494"/>
                </a:cubicBezTo>
                <a:cubicBezTo>
                  <a:pt x="9109127" y="2815927"/>
                  <a:pt x="9111297" y="2826221"/>
                  <a:pt x="9111297" y="2838376"/>
                </a:cubicBezTo>
                <a:lnTo>
                  <a:pt x="9111297" y="2850654"/>
                </a:lnTo>
                <a:cubicBezTo>
                  <a:pt x="9129157" y="2827090"/>
                  <a:pt x="9148691" y="2809788"/>
                  <a:pt x="9169899" y="2798750"/>
                </a:cubicBezTo>
                <a:cubicBezTo>
                  <a:pt x="9191107" y="2787712"/>
                  <a:pt x="9215477" y="2782193"/>
                  <a:pt x="9243010" y="2782193"/>
                </a:cubicBezTo>
                <a:cubicBezTo>
                  <a:pt x="9269799" y="2782193"/>
                  <a:pt x="9293735" y="2788022"/>
                  <a:pt x="9314820" y="2799680"/>
                </a:cubicBezTo>
                <a:cubicBezTo>
                  <a:pt x="9335904" y="2811339"/>
                  <a:pt x="9351655" y="2827834"/>
                  <a:pt x="9362073" y="2849166"/>
                </a:cubicBezTo>
                <a:cubicBezTo>
                  <a:pt x="9368770" y="2861568"/>
                  <a:pt x="9373111" y="2874962"/>
                  <a:pt x="9375095" y="2889349"/>
                </a:cubicBezTo>
                <a:cubicBezTo>
                  <a:pt x="9377079" y="2903736"/>
                  <a:pt x="9378071" y="2922091"/>
                  <a:pt x="9378071" y="2944416"/>
                </a:cubicBezTo>
                <a:lnTo>
                  <a:pt x="9378071" y="3133427"/>
                </a:lnTo>
                <a:cubicBezTo>
                  <a:pt x="9378071" y="3153767"/>
                  <a:pt x="9373421" y="3169146"/>
                  <a:pt x="9364119" y="3179564"/>
                </a:cubicBezTo>
                <a:cubicBezTo>
                  <a:pt x="9354817" y="3189982"/>
                  <a:pt x="9342725" y="3195191"/>
                  <a:pt x="9327842" y="3195191"/>
                </a:cubicBezTo>
                <a:cubicBezTo>
                  <a:pt x="9312711" y="3195191"/>
                  <a:pt x="9300433" y="3189858"/>
                  <a:pt x="9291007" y="3179192"/>
                </a:cubicBezTo>
                <a:cubicBezTo>
                  <a:pt x="9281581" y="3168526"/>
                  <a:pt x="9276869" y="3153271"/>
                  <a:pt x="9276869" y="3133427"/>
                </a:cubicBezTo>
                <a:lnTo>
                  <a:pt x="9276869" y="2964135"/>
                </a:lnTo>
                <a:cubicBezTo>
                  <a:pt x="9276869" y="2930649"/>
                  <a:pt x="9272217" y="2905038"/>
                  <a:pt x="9262916" y="2887303"/>
                </a:cubicBezTo>
                <a:cubicBezTo>
                  <a:pt x="9253614" y="2869568"/>
                  <a:pt x="9235073" y="2860700"/>
                  <a:pt x="9207291" y="2860700"/>
                </a:cubicBezTo>
                <a:cubicBezTo>
                  <a:pt x="9189184" y="2860700"/>
                  <a:pt x="9172689" y="2866095"/>
                  <a:pt x="9157806" y="2876885"/>
                </a:cubicBezTo>
                <a:cubicBezTo>
                  <a:pt x="9142923" y="2887675"/>
                  <a:pt x="9132009" y="2902496"/>
                  <a:pt x="9125064" y="2921347"/>
                </a:cubicBezTo>
                <a:cubicBezTo>
                  <a:pt x="9120103" y="2936478"/>
                  <a:pt x="9117623" y="2964755"/>
                  <a:pt x="9117623" y="3006179"/>
                </a:cubicBezTo>
                <a:lnTo>
                  <a:pt x="9117623" y="3133427"/>
                </a:lnTo>
                <a:cubicBezTo>
                  <a:pt x="9117623" y="3154015"/>
                  <a:pt x="9112848" y="3169456"/>
                  <a:pt x="9103298" y="3179750"/>
                </a:cubicBezTo>
                <a:cubicBezTo>
                  <a:pt x="9093748" y="3190044"/>
                  <a:pt x="9081408" y="3195191"/>
                  <a:pt x="9066277" y="3195191"/>
                </a:cubicBezTo>
                <a:cubicBezTo>
                  <a:pt x="9051642" y="3195191"/>
                  <a:pt x="9039611" y="3189858"/>
                  <a:pt x="9030186" y="3179192"/>
                </a:cubicBezTo>
                <a:cubicBezTo>
                  <a:pt x="9020761" y="3168526"/>
                  <a:pt x="9016047" y="3153271"/>
                  <a:pt x="9016047" y="3133427"/>
                </a:cubicBezTo>
                <a:lnTo>
                  <a:pt x="9016047" y="2839864"/>
                </a:lnTo>
                <a:cubicBezTo>
                  <a:pt x="9016047" y="2820516"/>
                  <a:pt x="9020264" y="2806067"/>
                  <a:pt x="9028697" y="2796518"/>
                </a:cubicBezTo>
                <a:cubicBezTo>
                  <a:pt x="9037131" y="2786968"/>
                  <a:pt x="9048665" y="2782193"/>
                  <a:pt x="9063300" y="2782193"/>
                </a:cubicBezTo>
                <a:close/>
                <a:moveTo>
                  <a:pt x="8734390" y="2782193"/>
                </a:moveTo>
                <a:cubicBezTo>
                  <a:pt x="8751257" y="2782193"/>
                  <a:pt x="8763411" y="2787526"/>
                  <a:pt x="8770853" y="2798192"/>
                </a:cubicBezTo>
                <a:cubicBezTo>
                  <a:pt x="8778295" y="2808858"/>
                  <a:pt x="8782387" y="2824609"/>
                  <a:pt x="8783131" y="2845445"/>
                </a:cubicBezTo>
                <a:cubicBezTo>
                  <a:pt x="8795286" y="2824609"/>
                  <a:pt x="8807750" y="2808858"/>
                  <a:pt x="8820525" y="2798192"/>
                </a:cubicBezTo>
                <a:cubicBezTo>
                  <a:pt x="8833299" y="2787526"/>
                  <a:pt x="8850352" y="2782193"/>
                  <a:pt x="8871684" y="2782193"/>
                </a:cubicBezTo>
                <a:cubicBezTo>
                  <a:pt x="8893016" y="2782193"/>
                  <a:pt x="8913728" y="2787526"/>
                  <a:pt x="8933820" y="2798192"/>
                </a:cubicBezTo>
                <a:cubicBezTo>
                  <a:pt x="8953911" y="2808858"/>
                  <a:pt x="8963957" y="2822997"/>
                  <a:pt x="8963957" y="2840608"/>
                </a:cubicBezTo>
                <a:cubicBezTo>
                  <a:pt x="8963957" y="2853010"/>
                  <a:pt x="8959679" y="2863242"/>
                  <a:pt x="8951121" y="2871304"/>
                </a:cubicBezTo>
                <a:cubicBezTo>
                  <a:pt x="8942563" y="2879365"/>
                  <a:pt x="8933324" y="2883396"/>
                  <a:pt x="8923402" y="2883396"/>
                </a:cubicBezTo>
                <a:cubicBezTo>
                  <a:pt x="8919681" y="2883396"/>
                  <a:pt x="8910689" y="2881102"/>
                  <a:pt x="8896427" y="2876513"/>
                </a:cubicBezTo>
                <a:cubicBezTo>
                  <a:pt x="8882164" y="2871924"/>
                  <a:pt x="8869575" y="2869629"/>
                  <a:pt x="8858661" y="2869629"/>
                </a:cubicBezTo>
                <a:cubicBezTo>
                  <a:pt x="8843779" y="2869629"/>
                  <a:pt x="8831625" y="2873536"/>
                  <a:pt x="8822199" y="2881350"/>
                </a:cubicBezTo>
                <a:cubicBezTo>
                  <a:pt x="8812773" y="2889163"/>
                  <a:pt x="8805455" y="2900759"/>
                  <a:pt x="8800247" y="2916138"/>
                </a:cubicBezTo>
                <a:cubicBezTo>
                  <a:pt x="8795037" y="2931517"/>
                  <a:pt x="8791441" y="2949811"/>
                  <a:pt x="8789457" y="2971019"/>
                </a:cubicBezTo>
                <a:cubicBezTo>
                  <a:pt x="8787473" y="2992227"/>
                  <a:pt x="8786480" y="3018086"/>
                  <a:pt x="8786480" y="3048595"/>
                </a:cubicBezTo>
                <a:lnTo>
                  <a:pt x="8786480" y="3133427"/>
                </a:lnTo>
                <a:cubicBezTo>
                  <a:pt x="8786480" y="3154015"/>
                  <a:pt x="8781643" y="3169456"/>
                  <a:pt x="8771969" y="3179750"/>
                </a:cubicBezTo>
                <a:cubicBezTo>
                  <a:pt x="8762295" y="3190044"/>
                  <a:pt x="8750017" y="3195191"/>
                  <a:pt x="8735134" y="3195191"/>
                </a:cubicBezTo>
                <a:cubicBezTo>
                  <a:pt x="8720499" y="3195191"/>
                  <a:pt x="8708469" y="3189982"/>
                  <a:pt x="8699043" y="3179564"/>
                </a:cubicBezTo>
                <a:cubicBezTo>
                  <a:pt x="8689618" y="3169146"/>
                  <a:pt x="8684905" y="3153767"/>
                  <a:pt x="8684905" y="3133427"/>
                </a:cubicBezTo>
                <a:lnTo>
                  <a:pt x="8684905" y="2850654"/>
                </a:lnTo>
                <a:cubicBezTo>
                  <a:pt x="8684905" y="2805013"/>
                  <a:pt x="8701399" y="2782193"/>
                  <a:pt x="8734390" y="2782193"/>
                </a:cubicBezTo>
                <a:close/>
                <a:moveTo>
                  <a:pt x="8275702" y="2782193"/>
                </a:moveTo>
                <a:cubicBezTo>
                  <a:pt x="8291081" y="2782193"/>
                  <a:pt x="8303484" y="2787278"/>
                  <a:pt x="8312909" y="2797448"/>
                </a:cubicBezTo>
                <a:cubicBezTo>
                  <a:pt x="8322335" y="2807618"/>
                  <a:pt x="8327048" y="2822749"/>
                  <a:pt x="8327048" y="2842840"/>
                </a:cubicBezTo>
                <a:lnTo>
                  <a:pt x="8327048" y="3005435"/>
                </a:lnTo>
                <a:cubicBezTo>
                  <a:pt x="8327048" y="3029000"/>
                  <a:pt x="8329033" y="3048781"/>
                  <a:pt x="8333001" y="3064780"/>
                </a:cubicBezTo>
                <a:cubicBezTo>
                  <a:pt x="8336970" y="3080779"/>
                  <a:pt x="8344101" y="3093306"/>
                  <a:pt x="8354395" y="3102359"/>
                </a:cubicBezTo>
                <a:cubicBezTo>
                  <a:pt x="8364689" y="3111413"/>
                  <a:pt x="8378642" y="3115940"/>
                  <a:pt x="8396253" y="3115940"/>
                </a:cubicBezTo>
                <a:cubicBezTo>
                  <a:pt x="8413368" y="3115940"/>
                  <a:pt x="8429492" y="3110855"/>
                  <a:pt x="8444622" y="3100685"/>
                </a:cubicBezTo>
                <a:cubicBezTo>
                  <a:pt x="8459753" y="3090515"/>
                  <a:pt x="8470791" y="3077245"/>
                  <a:pt x="8477736" y="3060874"/>
                </a:cubicBezTo>
                <a:cubicBezTo>
                  <a:pt x="8483442" y="3046487"/>
                  <a:pt x="8486294" y="3014985"/>
                  <a:pt x="8486294" y="2966368"/>
                </a:cubicBezTo>
                <a:lnTo>
                  <a:pt x="8486294" y="2842840"/>
                </a:lnTo>
                <a:cubicBezTo>
                  <a:pt x="8486294" y="2822749"/>
                  <a:pt x="8491007" y="2807618"/>
                  <a:pt x="8500433" y="2797448"/>
                </a:cubicBezTo>
                <a:cubicBezTo>
                  <a:pt x="8509859" y="2787278"/>
                  <a:pt x="8522137" y="2782193"/>
                  <a:pt x="8537267" y="2782193"/>
                </a:cubicBezTo>
                <a:cubicBezTo>
                  <a:pt x="8552399" y="2782193"/>
                  <a:pt x="8564553" y="2787216"/>
                  <a:pt x="8573730" y="2797262"/>
                </a:cubicBezTo>
                <a:cubicBezTo>
                  <a:pt x="8582908" y="2807308"/>
                  <a:pt x="8587497" y="2822500"/>
                  <a:pt x="8587497" y="2842840"/>
                </a:cubicBezTo>
                <a:lnTo>
                  <a:pt x="8587497" y="3137148"/>
                </a:lnTo>
                <a:cubicBezTo>
                  <a:pt x="8587497" y="3156496"/>
                  <a:pt x="8583094" y="3171007"/>
                  <a:pt x="8574288" y="3180680"/>
                </a:cubicBezTo>
                <a:cubicBezTo>
                  <a:pt x="8565483" y="3190354"/>
                  <a:pt x="8554135" y="3195191"/>
                  <a:pt x="8540244" y="3195191"/>
                </a:cubicBezTo>
                <a:cubicBezTo>
                  <a:pt x="8526353" y="3195191"/>
                  <a:pt x="8514881" y="3190168"/>
                  <a:pt x="8505827" y="3180122"/>
                </a:cubicBezTo>
                <a:cubicBezTo>
                  <a:pt x="8496774" y="3170076"/>
                  <a:pt x="8492247" y="3155999"/>
                  <a:pt x="8492247" y="3137892"/>
                </a:cubicBezTo>
                <a:lnTo>
                  <a:pt x="8492247" y="3124870"/>
                </a:lnTo>
                <a:cubicBezTo>
                  <a:pt x="8480093" y="3140249"/>
                  <a:pt x="8467318" y="3153147"/>
                  <a:pt x="8453924" y="3163565"/>
                </a:cubicBezTo>
                <a:cubicBezTo>
                  <a:pt x="8440529" y="3173983"/>
                  <a:pt x="8425895" y="3181734"/>
                  <a:pt x="8410019" y="3186820"/>
                </a:cubicBezTo>
                <a:cubicBezTo>
                  <a:pt x="8394145" y="3191904"/>
                  <a:pt x="8376037" y="3194447"/>
                  <a:pt x="8355697" y="3194447"/>
                </a:cubicBezTo>
                <a:cubicBezTo>
                  <a:pt x="8331141" y="3194447"/>
                  <a:pt x="8309127" y="3189362"/>
                  <a:pt x="8289655" y="3179192"/>
                </a:cubicBezTo>
                <a:cubicBezTo>
                  <a:pt x="8270183" y="3169022"/>
                  <a:pt x="8255114" y="3155008"/>
                  <a:pt x="8244448" y="3137148"/>
                </a:cubicBezTo>
                <a:cubicBezTo>
                  <a:pt x="8231798" y="3115568"/>
                  <a:pt x="8225473" y="3084562"/>
                  <a:pt x="8225473" y="3044130"/>
                </a:cubicBezTo>
                <a:lnTo>
                  <a:pt x="8225473" y="2842840"/>
                </a:lnTo>
                <a:cubicBezTo>
                  <a:pt x="8225473" y="2822500"/>
                  <a:pt x="8230062" y="2807308"/>
                  <a:pt x="8239239" y="2797262"/>
                </a:cubicBezTo>
                <a:cubicBezTo>
                  <a:pt x="8248417" y="2787216"/>
                  <a:pt x="8260572" y="2782193"/>
                  <a:pt x="8275702" y="2782193"/>
                </a:cubicBezTo>
                <a:close/>
                <a:moveTo>
                  <a:pt x="7948727" y="2782193"/>
                </a:moveTo>
                <a:cubicBezTo>
                  <a:pt x="7979485" y="2782193"/>
                  <a:pt x="8007390" y="2787154"/>
                  <a:pt x="8032442" y="2797076"/>
                </a:cubicBezTo>
                <a:cubicBezTo>
                  <a:pt x="8057496" y="2806998"/>
                  <a:pt x="8078951" y="2821136"/>
                  <a:pt x="8096811" y="2839492"/>
                </a:cubicBezTo>
                <a:cubicBezTo>
                  <a:pt x="8114670" y="2857847"/>
                  <a:pt x="8128251" y="2879675"/>
                  <a:pt x="8137552" y="2904976"/>
                </a:cubicBezTo>
                <a:cubicBezTo>
                  <a:pt x="8146854" y="2930277"/>
                  <a:pt x="8151505" y="2958182"/>
                  <a:pt x="8151505" y="2988692"/>
                </a:cubicBezTo>
                <a:cubicBezTo>
                  <a:pt x="8151505" y="3018954"/>
                  <a:pt x="8146792" y="3046859"/>
                  <a:pt x="8137366" y="3072408"/>
                </a:cubicBezTo>
                <a:cubicBezTo>
                  <a:pt x="8127941" y="3097957"/>
                  <a:pt x="8114298" y="3119909"/>
                  <a:pt x="8096439" y="3138264"/>
                </a:cubicBezTo>
                <a:cubicBezTo>
                  <a:pt x="8078579" y="3156620"/>
                  <a:pt x="8057247" y="3170696"/>
                  <a:pt x="8032442" y="3180494"/>
                </a:cubicBezTo>
                <a:cubicBezTo>
                  <a:pt x="8007638" y="3190292"/>
                  <a:pt x="7979733" y="3195191"/>
                  <a:pt x="7948727" y="3195191"/>
                </a:cubicBezTo>
                <a:cubicBezTo>
                  <a:pt x="7917969" y="3195191"/>
                  <a:pt x="7890312" y="3190230"/>
                  <a:pt x="7865755" y="3180308"/>
                </a:cubicBezTo>
                <a:cubicBezTo>
                  <a:pt x="7841198" y="3170386"/>
                  <a:pt x="7819928" y="3156186"/>
                  <a:pt x="7801945" y="3137706"/>
                </a:cubicBezTo>
                <a:cubicBezTo>
                  <a:pt x="7783962" y="3119227"/>
                  <a:pt x="7770319" y="3097399"/>
                  <a:pt x="7761017" y="3072222"/>
                </a:cubicBezTo>
                <a:cubicBezTo>
                  <a:pt x="7751715" y="3047045"/>
                  <a:pt x="7747065" y="3019202"/>
                  <a:pt x="7747065" y="2988692"/>
                </a:cubicBezTo>
                <a:cubicBezTo>
                  <a:pt x="7747065" y="2957934"/>
                  <a:pt x="7751778" y="2929781"/>
                  <a:pt x="7761203" y="2904232"/>
                </a:cubicBezTo>
                <a:cubicBezTo>
                  <a:pt x="7770629" y="2878683"/>
                  <a:pt x="7784148" y="2856855"/>
                  <a:pt x="7801759" y="2838748"/>
                </a:cubicBezTo>
                <a:cubicBezTo>
                  <a:pt x="7819370" y="2820640"/>
                  <a:pt x="7840702" y="2806688"/>
                  <a:pt x="7865755" y="2796890"/>
                </a:cubicBezTo>
                <a:cubicBezTo>
                  <a:pt x="7890808" y="2787092"/>
                  <a:pt x="7918465" y="2782193"/>
                  <a:pt x="7948727" y="2782193"/>
                </a:cubicBezTo>
                <a:close/>
                <a:moveTo>
                  <a:pt x="5996250" y="2782193"/>
                </a:moveTo>
                <a:cubicBezTo>
                  <a:pt x="6005180" y="2782193"/>
                  <a:pt x="6013242" y="2784301"/>
                  <a:pt x="6020435" y="2788518"/>
                </a:cubicBezTo>
                <a:cubicBezTo>
                  <a:pt x="6027628" y="2792735"/>
                  <a:pt x="6033395" y="2799060"/>
                  <a:pt x="6037736" y="2807494"/>
                </a:cubicBezTo>
                <a:cubicBezTo>
                  <a:pt x="6042077" y="2815927"/>
                  <a:pt x="6044248" y="2826221"/>
                  <a:pt x="6044248" y="2838376"/>
                </a:cubicBezTo>
                <a:lnTo>
                  <a:pt x="6044248" y="2850654"/>
                </a:lnTo>
                <a:cubicBezTo>
                  <a:pt x="6062107" y="2827090"/>
                  <a:pt x="6081641" y="2809788"/>
                  <a:pt x="6102849" y="2798750"/>
                </a:cubicBezTo>
                <a:cubicBezTo>
                  <a:pt x="6124057" y="2787712"/>
                  <a:pt x="6148427" y="2782193"/>
                  <a:pt x="6175961" y="2782193"/>
                </a:cubicBezTo>
                <a:cubicBezTo>
                  <a:pt x="6202749" y="2782193"/>
                  <a:pt x="6226686" y="2788022"/>
                  <a:pt x="6247770" y="2799680"/>
                </a:cubicBezTo>
                <a:cubicBezTo>
                  <a:pt x="6268854" y="2811339"/>
                  <a:pt x="6284605" y="2827834"/>
                  <a:pt x="6295023" y="2849166"/>
                </a:cubicBezTo>
                <a:cubicBezTo>
                  <a:pt x="6301720" y="2861568"/>
                  <a:pt x="6306061" y="2874962"/>
                  <a:pt x="6308045" y="2889349"/>
                </a:cubicBezTo>
                <a:cubicBezTo>
                  <a:pt x="6310030" y="2903736"/>
                  <a:pt x="6311022" y="2922091"/>
                  <a:pt x="6311022" y="2944416"/>
                </a:cubicBezTo>
                <a:lnTo>
                  <a:pt x="6311022" y="3133427"/>
                </a:lnTo>
                <a:cubicBezTo>
                  <a:pt x="6311022" y="3153767"/>
                  <a:pt x="6306371" y="3169146"/>
                  <a:pt x="6297070" y="3179564"/>
                </a:cubicBezTo>
                <a:cubicBezTo>
                  <a:pt x="6287768" y="3189982"/>
                  <a:pt x="6275675" y="3195191"/>
                  <a:pt x="6260792" y="3195191"/>
                </a:cubicBezTo>
                <a:cubicBezTo>
                  <a:pt x="6245662" y="3195191"/>
                  <a:pt x="6233383" y="3189858"/>
                  <a:pt x="6223958" y="3179192"/>
                </a:cubicBezTo>
                <a:cubicBezTo>
                  <a:pt x="6214532" y="3168526"/>
                  <a:pt x="6209819" y="3153271"/>
                  <a:pt x="6209819" y="3133427"/>
                </a:cubicBezTo>
                <a:lnTo>
                  <a:pt x="6209819" y="2964135"/>
                </a:lnTo>
                <a:cubicBezTo>
                  <a:pt x="6209819" y="2930649"/>
                  <a:pt x="6205168" y="2905038"/>
                  <a:pt x="6195866" y="2887303"/>
                </a:cubicBezTo>
                <a:cubicBezTo>
                  <a:pt x="6186564" y="2869568"/>
                  <a:pt x="6168023" y="2860700"/>
                  <a:pt x="6140242" y="2860700"/>
                </a:cubicBezTo>
                <a:cubicBezTo>
                  <a:pt x="6122134" y="2860700"/>
                  <a:pt x="6105639" y="2866095"/>
                  <a:pt x="6090757" y="2876885"/>
                </a:cubicBezTo>
                <a:cubicBezTo>
                  <a:pt x="6075874" y="2887675"/>
                  <a:pt x="6064960" y="2902496"/>
                  <a:pt x="6058014" y="2921347"/>
                </a:cubicBezTo>
                <a:cubicBezTo>
                  <a:pt x="6053053" y="2936478"/>
                  <a:pt x="6050573" y="2964755"/>
                  <a:pt x="6050573" y="3006179"/>
                </a:cubicBezTo>
                <a:lnTo>
                  <a:pt x="6050573" y="3133427"/>
                </a:lnTo>
                <a:cubicBezTo>
                  <a:pt x="6050573" y="3154015"/>
                  <a:pt x="6045798" y="3169456"/>
                  <a:pt x="6036248" y="3179750"/>
                </a:cubicBezTo>
                <a:cubicBezTo>
                  <a:pt x="6026698" y="3190044"/>
                  <a:pt x="6014358" y="3195191"/>
                  <a:pt x="5999227" y="3195191"/>
                </a:cubicBezTo>
                <a:cubicBezTo>
                  <a:pt x="5984592" y="3195191"/>
                  <a:pt x="5972562" y="3189858"/>
                  <a:pt x="5963136" y="3179192"/>
                </a:cubicBezTo>
                <a:cubicBezTo>
                  <a:pt x="5953711" y="3168526"/>
                  <a:pt x="5948998" y="3153271"/>
                  <a:pt x="5948998" y="3133427"/>
                </a:cubicBezTo>
                <a:lnTo>
                  <a:pt x="5948998" y="2839864"/>
                </a:lnTo>
                <a:cubicBezTo>
                  <a:pt x="5948998" y="2820516"/>
                  <a:pt x="5953214" y="2806067"/>
                  <a:pt x="5961648" y="2796518"/>
                </a:cubicBezTo>
                <a:cubicBezTo>
                  <a:pt x="5970082" y="2786968"/>
                  <a:pt x="5981616" y="2782193"/>
                  <a:pt x="5996250" y="2782193"/>
                </a:cubicBezTo>
                <a:close/>
                <a:moveTo>
                  <a:pt x="5672252" y="2782193"/>
                </a:moveTo>
                <a:cubicBezTo>
                  <a:pt x="5703010" y="2782193"/>
                  <a:pt x="5730915" y="2787154"/>
                  <a:pt x="5755968" y="2797076"/>
                </a:cubicBezTo>
                <a:cubicBezTo>
                  <a:pt x="5781020" y="2806998"/>
                  <a:pt x="5802476" y="2821136"/>
                  <a:pt x="5820336" y="2839492"/>
                </a:cubicBezTo>
                <a:cubicBezTo>
                  <a:pt x="5838195" y="2857847"/>
                  <a:pt x="5851775" y="2879675"/>
                  <a:pt x="5861077" y="2904976"/>
                </a:cubicBezTo>
                <a:cubicBezTo>
                  <a:pt x="5870379" y="2930277"/>
                  <a:pt x="5875030" y="2958182"/>
                  <a:pt x="5875030" y="2988692"/>
                </a:cubicBezTo>
                <a:cubicBezTo>
                  <a:pt x="5875030" y="3018954"/>
                  <a:pt x="5870317" y="3046859"/>
                  <a:pt x="5860891" y="3072408"/>
                </a:cubicBezTo>
                <a:cubicBezTo>
                  <a:pt x="5851466" y="3097957"/>
                  <a:pt x="5837823" y="3119909"/>
                  <a:pt x="5819963" y="3138264"/>
                </a:cubicBezTo>
                <a:cubicBezTo>
                  <a:pt x="5802104" y="3156620"/>
                  <a:pt x="5780772" y="3170696"/>
                  <a:pt x="5755968" y="3180494"/>
                </a:cubicBezTo>
                <a:cubicBezTo>
                  <a:pt x="5731163" y="3190292"/>
                  <a:pt x="5703257" y="3195191"/>
                  <a:pt x="5672252" y="3195191"/>
                </a:cubicBezTo>
                <a:cubicBezTo>
                  <a:pt x="5641494" y="3195191"/>
                  <a:pt x="5613837" y="3190230"/>
                  <a:pt x="5589280" y="3180308"/>
                </a:cubicBezTo>
                <a:cubicBezTo>
                  <a:pt x="5564723" y="3170386"/>
                  <a:pt x="5543453" y="3156186"/>
                  <a:pt x="5525470" y="3137706"/>
                </a:cubicBezTo>
                <a:cubicBezTo>
                  <a:pt x="5507487" y="3119227"/>
                  <a:pt x="5493844" y="3097399"/>
                  <a:pt x="5484542" y="3072222"/>
                </a:cubicBezTo>
                <a:cubicBezTo>
                  <a:pt x="5475240" y="3047045"/>
                  <a:pt x="5470589" y="3019202"/>
                  <a:pt x="5470589" y="2988692"/>
                </a:cubicBezTo>
                <a:cubicBezTo>
                  <a:pt x="5470589" y="2957934"/>
                  <a:pt x="5475303" y="2929781"/>
                  <a:pt x="5484728" y="2904232"/>
                </a:cubicBezTo>
                <a:cubicBezTo>
                  <a:pt x="5494154" y="2878683"/>
                  <a:pt x="5507673" y="2856855"/>
                  <a:pt x="5525284" y="2838748"/>
                </a:cubicBezTo>
                <a:cubicBezTo>
                  <a:pt x="5542895" y="2820640"/>
                  <a:pt x="5564227" y="2806688"/>
                  <a:pt x="5589280" y="2796890"/>
                </a:cubicBezTo>
                <a:cubicBezTo>
                  <a:pt x="5614333" y="2787092"/>
                  <a:pt x="5641990" y="2782193"/>
                  <a:pt x="5672252" y="2782193"/>
                </a:cubicBezTo>
                <a:close/>
                <a:moveTo>
                  <a:pt x="3729301" y="2782193"/>
                </a:moveTo>
                <a:cubicBezTo>
                  <a:pt x="3714666" y="2782193"/>
                  <a:pt x="3703132" y="2786968"/>
                  <a:pt x="3694698" y="2796518"/>
                </a:cubicBezTo>
                <a:cubicBezTo>
                  <a:pt x="3686265" y="2806067"/>
                  <a:pt x="3682048" y="2820516"/>
                  <a:pt x="3682048" y="2839864"/>
                </a:cubicBezTo>
                <a:lnTo>
                  <a:pt x="3682048" y="3133427"/>
                </a:lnTo>
                <a:cubicBezTo>
                  <a:pt x="3682048" y="3153271"/>
                  <a:pt x="3686761" y="3168526"/>
                  <a:pt x="3696187" y="3179192"/>
                </a:cubicBezTo>
                <a:cubicBezTo>
                  <a:pt x="3705612" y="3189858"/>
                  <a:pt x="3717642" y="3195191"/>
                  <a:pt x="3732277" y="3195191"/>
                </a:cubicBezTo>
                <a:cubicBezTo>
                  <a:pt x="3747408" y="3195191"/>
                  <a:pt x="3759749" y="3190044"/>
                  <a:pt x="3769298" y="3179750"/>
                </a:cubicBezTo>
                <a:cubicBezTo>
                  <a:pt x="3778848" y="3169456"/>
                  <a:pt x="3783623" y="3154015"/>
                  <a:pt x="3783623" y="3133427"/>
                </a:cubicBezTo>
                <a:lnTo>
                  <a:pt x="3783623" y="3006179"/>
                </a:lnTo>
                <a:cubicBezTo>
                  <a:pt x="3783623" y="2964755"/>
                  <a:pt x="3786103" y="2936478"/>
                  <a:pt x="3791064" y="2921347"/>
                </a:cubicBezTo>
                <a:cubicBezTo>
                  <a:pt x="3798010" y="2902496"/>
                  <a:pt x="3808924" y="2887675"/>
                  <a:pt x="3823807" y="2876885"/>
                </a:cubicBezTo>
                <a:cubicBezTo>
                  <a:pt x="3838689" y="2866095"/>
                  <a:pt x="3855185" y="2860700"/>
                  <a:pt x="3873292" y="2860700"/>
                </a:cubicBezTo>
                <a:cubicBezTo>
                  <a:pt x="3901073" y="2860700"/>
                  <a:pt x="3919615" y="2869568"/>
                  <a:pt x="3928917" y="2887303"/>
                </a:cubicBezTo>
                <a:cubicBezTo>
                  <a:pt x="3938219" y="2905038"/>
                  <a:pt x="3942869" y="2930649"/>
                  <a:pt x="3942869" y="2964135"/>
                </a:cubicBezTo>
                <a:lnTo>
                  <a:pt x="3942869" y="3133427"/>
                </a:lnTo>
                <a:cubicBezTo>
                  <a:pt x="3942869" y="3153271"/>
                  <a:pt x="3947582" y="3168526"/>
                  <a:pt x="3957008" y="3179192"/>
                </a:cubicBezTo>
                <a:cubicBezTo>
                  <a:pt x="3966434" y="3189858"/>
                  <a:pt x="3978712" y="3195191"/>
                  <a:pt x="3993843" y="3195191"/>
                </a:cubicBezTo>
                <a:cubicBezTo>
                  <a:pt x="4008725" y="3195191"/>
                  <a:pt x="4020818" y="3189982"/>
                  <a:pt x="4030120" y="3179564"/>
                </a:cubicBezTo>
                <a:cubicBezTo>
                  <a:pt x="4039422" y="3169146"/>
                  <a:pt x="4044072" y="3153767"/>
                  <a:pt x="4044072" y="3133427"/>
                </a:cubicBezTo>
                <a:lnTo>
                  <a:pt x="4044072" y="2944416"/>
                </a:lnTo>
                <a:cubicBezTo>
                  <a:pt x="4044072" y="2922091"/>
                  <a:pt x="4043080" y="2903736"/>
                  <a:pt x="4041095" y="2889349"/>
                </a:cubicBezTo>
                <a:cubicBezTo>
                  <a:pt x="4039111" y="2874962"/>
                  <a:pt x="4034770" y="2861568"/>
                  <a:pt x="4028073" y="2849166"/>
                </a:cubicBezTo>
                <a:cubicBezTo>
                  <a:pt x="4017655" y="2827834"/>
                  <a:pt x="4001904" y="2811339"/>
                  <a:pt x="3980820" y="2799680"/>
                </a:cubicBezTo>
                <a:cubicBezTo>
                  <a:pt x="3959736" y="2788022"/>
                  <a:pt x="3935800" y="2782193"/>
                  <a:pt x="3909011" y="2782193"/>
                </a:cubicBezTo>
                <a:cubicBezTo>
                  <a:pt x="3881477" y="2782193"/>
                  <a:pt x="3857107" y="2787712"/>
                  <a:pt x="3835899" y="2798750"/>
                </a:cubicBezTo>
                <a:cubicBezTo>
                  <a:pt x="3814691" y="2809788"/>
                  <a:pt x="3795157" y="2827090"/>
                  <a:pt x="3777298" y="2850654"/>
                </a:cubicBezTo>
                <a:lnTo>
                  <a:pt x="3777298" y="2838376"/>
                </a:lnTo>
                <a:cubicBezTo>
                  <a:pt x="3777298" y="2826221"/>
                  <a:pt x="3775127" y="2815927"/>
                  <a:pt x="3770786" y="2807494"/>
                </a:cubicBezTo>
                <a:cubicBezTo>
                  <a:pt x="3766446" y="2799060"/>
                  <a:pt x="3760679" y="2792735"/>
                  <a:pt x="3753485" y="2788518"/>
                </a:cubicBezTo>
                <a:cubicBezTo>
                  <a:pt x="3746292" y="2784301"/>
                  <a:pt x="3738231" y="2782193"/>
                  <a:pt x="3729301" y="2782193"/>
                </a:cubicBezTo>
                <a:close/>
                <a:moveTo>
                  <a:pt x="9656306" y="2781449"/>
                </a:moveTo>
                <a:cubicBezTo>
                  <a:pt x="9695993" y="2781449"/>
                  <a:pt x="9730038" y="2789820"/>
                  <a:pt x="9758439" y="2806564"/>
                </a:cubicBezTo>
                <a:cubicBezTo>
                  <a:pt x="9786841" y="2823307"/>
                  <a:pt x="9808111" y="2844949"/>
                  <a:pt x="9822249" y="2871490"/>
                </a:cubicBezTo>
                <a:cubicBezTo>
                  <a:pt x="9836388" y="2898031"/>
                  <a:pt x="9843457" y="2925068"/>
                  <a:pt x="9843457" y="2952601"/>
                </a:cubicBezTo>
                <a:cubicBezTo>
                  <a:pt x="9843457" y="2978150"/>
                  <a:pt x="9836139" y="2994707"/>
                  <a:pt x="9821505" y="3002273"/>
                </a:cubicBezTo>
                <a:cubicBezTo>
                  <a:pt x="9806871" y="3009838"/>
                  <a:pt x="9786283" y="3013621"/>
                  <a:pt x="9759741" y="3013621"/>
                </a:cubicBezTo>
                <a:lnTo>
                  <a:pt x="9561056" y="3013621"/>
                </a:lnTo>
                <a:cubicBezTo>
                  <a:pt x="9561304" y="3036689"/>
                  <a:pt x="9565955" y="3057029"/>
                  <a:pt x="9575009" y="3074640"/>
                </a:cubicBezTo>
                <a:cubicBezTo>
                  <a:pt x="9584062" y="3092252"/>
                  <a:pt x="9596093" y="3105522"/>
                  <a:pt x="9611099" y="3114452"/>
                </a:cubicBezTo>
                <a:cubicBezTo>
                  <a:pt x="9626106" y="3123381"/>
                  <a:pt x="9642663" y="3127846"/>
                  <a:pt x="9660771" y="3127846"/>
                </a:cubicBezTo>
                <a:cubicBezTo>
                  <a:pt x="9672925" y="3127846"/>
                  <a:pt x="9684025" y="3126420"/>
                  <a:pt x="9694071" y="3123567"/>
                </a:cubicBezTo>
                <a:cubicBezTo>
                  <a:pt x="9704117" y="3120715"/>
                  <a:pt x="9713853" y="3116250"/>
                  <a:pt x="9723279" y="3110173"/>
                </a:cubicBezTo>
                <a:cubicBezTo>
                  <a:pt x="9732704" y="3104096"/>
                  <a:pt x="9741386" y="3097585"/>
                  <a:pt x="9749323" y="3090639"/>
                </a:cubicBezTo>
                <a:cubicBezTo>
                  <a:pt x="9757261" y="3083694"/>
                  <a:pt x="9767555" y="3074268"/>
                  <a:pt x="9780205" y="3062362"/>
                </a:cubicBezTo>
                <a:cubicBezTo>
                  <a:pt x="9785415" y="3057897"/>
                  <a:pt x="9792855" y="3055665"/>
                  <a:pt x="9802529" y="3055665"/>
                </a:cubicBezTo>
                <a:cubicBezTo>
                  <a:pt x="9812947" y="3055665"/>
                  <a:pt x="9821381" y="3058517"/>
                  <a:pt x="9827831" y="3064222"/>
                </a:cubicBezTo>
                <a:cubicBezTo>
                  <a:pt x="9834279" y="3069927"/>
                  <a:pt x="9837504" y="3077989"/>
                  <a:pt x="9837504" y="3088407"/>
                </a:cubicBezTo>
                <a:cubicBezTo>
                  <a:pt x="9837504" y="3097585"/>
                  <a:pt x="9833907" y="3108313"/>
                  <a:pt x="9826714" y="3120591"/>
                </a:cubicBezTo>
                <a:cubicBezTo>
                  <a:pt x="9819521" y="3132869"/>
                  <a:pt x="9808669" y="3144651"/>
                  <a:pt x="9794158" y="3155938"/>
                </a:cubicBezTo>
                <a:cubicBezTo>
                  <a:pt x="9779647" y="3167224"/>
                  <a:pt x="9761416" y="3176588"/>
                  <a:pt x="9739463" y="3184029"/>
                </a:cubicBezTo>
                <a:cubicBezTo>
                  <a:pt x="9717511" y="3191470"/>
                  <a:pt x="9692273" y="3195191"/>
                  <a:pt x="9663747" y="3195191"/>
                </a:cubicBezTo>
                <a:cubicBezTo>
                  <a:pt x="9598511" y="3195191"/>
                  <a:pt x="9547785" y="3176588"/>
                  <a:pt x="9511571" y="3139380"/>
                </a:cubicBezTo>
                <a:cubicBezTo>
                  <a:pt x="9475356" y="3102173"/>
                  <a:pt x="9457249" y="3051696"/>
                  <a:pt x="9457249" y="2987948"/>
                </a:cubicBezTo>
                <a:cubicBezTo>
                  <a:pt x="9457249" y="2957934"/>
                  <a:pt x="9461713" y="2930091"/>
                  <a:pt x="9470643" y="2904418"/>
                </a:cubicBezTo>
                <a:cubicBezTo>
                  <a:pt x="9479573" y="2878745"/>
                  <a:pt x="9492595" y="2856731"/>
                  <a:pt x="9509710" y="2838376"/>
                </a:cubicBezTo>
                <a:cubicBezTo>
                  <a:pt x="9526825" y="2820020"/>
                  <a:pt x="9547909" y="2805943"/>
                  <a:pt x="9572962" y="2796146"/>
                </a:cubicBezTo>
                <a:cubicBezTo>
                  <a:pt x="9598015" y="2786348"/>
                  <a:pt x="9625796" y="2781449"/>
                  <a:pt x="9656306" y="2781449"/>
                </a:cubicBezTo>
                <a:close/>
                <a:moveTo>
                  <a:pt x="4322306" y="2781449"/>
                </a:moveTo>
                <a:cubicBezTo>
                  <a:pt x="4291797" y="2781449"/>
                  <a:pt x="4264016" y="2786348"/>
                  <a:pt x="4238963" y="2796146"/>
                </a:cubicBezTo>
                <a:cubicBezTo>
                  <a:pt x="4213910" y="2805943"/>
                  <a:pt x="4192826" y="2820020"/>
                  <a:pt x="4175711" y="2838376"/>
                </a:cubicBezTo>
                <a:cubicBezTo>
                  <a:pt x="4158596" y="2856731"/>
                  <a:pt x="4145574" y="2878745"/>
                  <a:pt x="4136643" y="2904418"/>
                </a:cubicBezTo>
                <a:cubicBezTo>
                  <a:pt x="4127714" y="2930091"/>
                  <a:pt x="4123248" y="2957934"/>
                  <a:pt x="4123248" y="2987948"/>
                </a:cubicBezTo>
                <a:cubicBezTo>
                  <a:pt x="4123248" y="3051696"/>
                  <a:pt x="4141356" y="3102173"/>
                  <a:pt x="4177572" y="3139380"/>
                </a:cubicBezTo>
                <a:cubicBezTo>
                  <a:pt x="4213786" y="3176588"/>
                  <a:pt x="4264511" y="3195191"/>
                  <a:pt x="4329748" y="3195191"/>
                </a:cubicBezTo>
                <a:cubicBezTo>
                  <a:pt x="4358273" y="3195191"/>
                  <a:pt x="4383512" y="3191470"/>
                  <a:pt x="4405464" y="3184029"/>
                </a:cubicBezTo>
                <a:cubicBezTo>
                  <a:pt x="4427416" y="3176588"/>
                  <a:pt x="4445647" y="3167224"/>
                  <a:pt x="4460158" y="3155938"/>
                </a:cubicBezTo>
                <a:cubicBezTo>
                  <a:pt x="4474669" y="3144651"/>
                  <a:pt x="4485521" y="3132869"/>
                  <a:pt x="4492714" y="3120591"/>
                </a:cubicBezTo>
                <a:cubicBezTo>
                  <a:pt x="4499908" y="3108313"/>
                  <a:pt x="4503504" y="3097585"/>
                  <a:pt x="4503504" y="3088407"/>
                </a:cubicBezTo>
                <a:cubicBezTo>
                  <a:pt x="4503504" y="3077989"/>
                  <a:pt x="4500280" y="3069927"/>
                  <a:pt x="4493831" y="3064222"/>
                </a:cubicBezTo>
                <a:cubicBezTo>
                  <a:pt x="4487381" y="3058517"/>
                  <a:pt x="4478948" y="3055665"/>
                  <a:pt x="4468530" y="3055665"/>
                </a:cubicBezTo>
                <a:cubicBezTo>
                  <a:pt x="4458856" y="3055665"/>
                  <a:pt x="4451414" y="3057897"/>
                  <a:pt x="4446206" y="3062362"/>
                </a:cubicBezTo>
                <a:cubicBezTo>
                  <a:pt x="4433555" y="3074268"/>
                  <a:pt x="4423261" y="3083694"/>
                  <a:pt x="4415324" y="3090639"/>
                </a:cubicBezTo>
                <a:cubicBezTo>
                  <a:pt x="4407386" y="3097585"/>
                  <a:pt x="4398704" y="3104096"/>
                  <a:pt x="4389279" y="3110173"/>
                </a:cubicBezTo>
                <a:cubicBezTo>
                  <a:pt x="4379853" y="3116250"/>
                  <a:pt x="4370117" y="3120715"/>
                  <a:pt x="4360071" y="3123567"/>
                </a:cubicBezTo>
                <a:cubicBezTo>
                  <a:pt x="4350025" y="3126420"/>
                  <a:pt x="4338925" y="3127846"/>
                  <a:pt x="4326771" y="3127846"/>
                </a:cubicBezTo>
                <a:cubicBezTo>
                  <a:pt x="4308663" y="3127846"/>
                  <a:pt x="4292106" y="3123381"/>
                  <a:pt x="4277100" y="3114452"/>
                </a:cubicBezTo>
                <a:cubicBezTo>
                  <a:pt x="4262093" y="3105522"/>
                  <a:pt x="4250063" y="3092252"/>
                  <a:pt x="4241009" y="3074640"/>
                </a:cubicBezTo>
                <a:cubicBezTo>
                  <a:pt x="4231956" y="3057029"/>
                  <a:pt x="4227305" y="3036689"/>
                  <a:pt x="4227056" y="3013621"/>
                </a:cubicBezTo>
                <a:lnTo>
                  <a:pt x="4425742" y="3013621"/>
                </a:lnTo>
                <a:cubicBezTo>
                  <a:pt x="4452283" y="3013621"/>
                  <a:pt x="4472870" y="3009838"/>
                  <a:pt x="4487505" y="3002273"/>
                </a:cubicBezTo>
                <a:cubicBezTo>
                  <a:pt x="4502140" y="2994707"/>
                  <a:pt x="4509457" y="2978150"/>
                  <a:pt x="4509457" y="2952601"/>
                </a:cubicBezTo>
                <a:cubicBezTo>
                  <a:pt x="4509457" y="2925068"/>
                  <a:pt x="4502388" y="2898031"/>
                  <a:pt x="4488249" y="2871490"/>
                </a:cubicBezTo>
                <a:cubicBezTo>
                  <a:pt x="4474111" y="2844949"/>
                  <a:pt x="4452841" y="2823307"/>
                  <a:pt x="4424439" y="2806564"/>
                </a:cubicBezTo>
                <a:cubicBezTo>
                  <a:pt x="4396038" y="2789820"/>
                  <a:pt x="4361993" y="2781449"/>
                  <a:pt x="4322306" y="2781449"/>
                </a:cubicBezTo>
                <a:close/>
                <a:moveTo>
                  <a:pt x="3332004" y="2718941"/>
                </a:moveTo>
                <a:cubicBezTo>
                  <a:pt x="3363010" y="2718941"/>
                  <a:pt x="3390481" y="2726444"/>
                  <a:pt x="3414418" y="2741451"/>
                </a:cubicBezTo>
                <a:cubicBezTo>
                  <a:pt x="3438354" y="2756458"/>
                  <a:pt x="3456771" y="2778596"/>
                  <a:pt x="3469670" y="2807866"/>
                </a:cubicBezTo>
                <a:cubicBezTo>
                  <a:pt x="3482569" y="2837135"/>
                  <a:pt x="3489018" y="2871738"/>
                  <a:pt x="3489018" y="2911673"/>
                </a:cubicBezTo>
                <a:cubicBezTo>
                  <a:pt x="3489018" y="2954834"/>
                  <a:pt x="3482010" y="2991173"/>
                  <a:pt x="3467996" y="3020690"/>
                </a:cubicBezTo>
                <a:cubicBezTo>
                  <a:pt x="3453981" y="3050208"/>
                  <a:pt x="3435129" y="3072036"/>
                  <a:pt x="3411441" y="3086174"/>
                </a:cubicBezTo>
                <a:cubicBezTo>
                  <a:pt x="3387753" y="3100313"/>
                  <a:pt x="3361770" y="3107382"/>
                  <a:pt x="3333492" y="3107382"/>
                </a:cubicBezTo>
                <a:cubicBezTo>
                  <a:pt x="3311416" y="3107382"/>
                  <a:pt x="3291138" y="3103290"/>
                  <a:pt x="3272659" y="3095104"/>
                </a:cubicBezTo>
                <a:cubicBezTo>
                  <a:pt x="3254180" y="3086919"/>
                  <a:pt x="3237809" y="3074578"/>
                  <a:pt x="3223545" y="3058083"/>
                </a:cubicBezTo>
                <a:cubicBezTo>
                  <a:pt x="3209283" y="3041588"/>
                  <a:pt x="3198245" y="3020814"/>
                  <a:pt x="3190431" y="2995761"/>
                </a:cubicBezTo>
                <a:cubicBezTo>
                  <a:pt x="3182618" y="2970709"/>
                  <a:pt x="3178711" y="2942679"/>
                  <a:pt x="3178711" y="2911673"/>
                </a:cubicBezTo>
                <a:cubicBezTo>
                  <a:pt x="3178711" y="2880916"/>
                  <a:pt x="3182618" y="2853196"/>
                  <a:pt x="3190431" y="2828516"/>
                </a:cubicBezTo>
                <a:cubicBezTo>
                  <a:pt x="3198245" y="2803835"/>
                  <a:pt x="3208911" y="2783557"/>
                  <a:pt x="3222429" y="2767682"/>
                </a:cubicBezTo>
                <a:cubicBezTo>
                  <a:pt x="3235948" y="2751807"/>
                  <a:pt x="3252071" y="2739715"/>
                  <a:pt x="3270798" y="2731405"/>
                </a:cubicBezTo>
                <a:cubicBezTo>
                  <a:pt x="3289526" y="2723096"/>
                  <a:pt x="3309928" y="2718941"/>
                  <a:pt x="3332004" y="2718941"/>
                </a:cubicBezTo>
                <a:close/>
                <a:moveTo>
                  <a:pt x="6476519" y="2644155"/>
                </a:moveTo>
                <a:cubicBezTo>
                  <a:pt x="6489417" y="2644155"/>
                  <a:pt x="6501076" y="2648992"/>
                  <a:pt x="6511494" y="2658666"/>
                </a:cubicBezTo>
                <a:cubicBezTo>
                  <a:pt x="6518439" y="2665115"/>
                  <a:pt x="6522842" y="2672990"/>
                  <a:pt x="6524702" y="2682292"/>
                </a:cubicBezTo>
                <a:cubicBezTo>
                  <a:pt x="6526562" y="2691594"/>
                  <a:pt x="6527493" y="2704802"/>
                  <a:pt x="6527493" y="2721918"/>
                </a:cubicBezTo>
                <a:lnTo>
                  <a:pt x="6527493" y="2791123"/>
                </a:lnTo>
                <a:lnTo>
                  <a:pt x="6564699" y="2791123"/>
                </a:lnTo>
                <a:cubicBezTo>
                  <a:pt x="6579086" y="2791123"/>
                  <a:pt x="6590062" y="2794533"/>
                  <a:pt x="6597628" y="2801355"/>
                </a:cubicBezTo>
                <a:cubicBezTo>
                  <a:pt x="6605193" y="2808176"/>
                  <a:pt x="6608976" y="2816919"/>
                  <a:pt x="6608976" y="2827586"/>
                </a:cubicBezTo>
                <a:cubicBezTo>
                  <a:pt x="6608976" y="2841228"/>
                  <a:pt x="6603581" y="2850778"/>
                  <a:pt x="6592791" y="2856235"/>
                </a:cubicBezTo>
                <a:cubicBezTo>
                  <a:pt x="6582001" y="2861692"/>
                  <a:pt x="6566560" y="2864421"/>
                  <a:pt x="6546468" y="2864421"/>
                </a:cubicBezTo>
                <a:lnTo>
                  <a:pt x="6527493" y="2864421"/>
                </a:lnTo>
                <a:lnTo>
                  <a:pt x="6527493" y="3051200"/>
                </a:lnTo>
                <a:cubicBezTo>
                  <a:pt x="6527493" y="3067075"/>
                  <a:pt x="6528050" y="3079291"/>
                  <a:pt x="6529167" y="3087849"/>
                </a:cubicBezTo>
                <a:cubicBezTo>
                  <a:pt x="6530283" y="3096406"/>
                  <a:pt x="6533260" y="3103352"/>
                  <a:pt x="6538097" y="3108685"/>
                </a:cubicBezTo>
                <a:cubicBezTo>
                  <a:pt x="6542933" y="3114018"/>
                  <a:pt x="6550809" y="3116684"/>
                  <a:pt x="6561723" y="3116684"/>
                </a:cubicBezTo>
                <a:cubicBezTo>
                  <a:pt x="6567676" y="3116684"/>
                  <a:pt x="6575738" y="3115630"/>
                  <a:pt x="6585908" y="3113522"/>
                </a:cubicBezTo>
                <a:cubicBezTo>
                  <a:pt x="6596077" y="3111413"/>
                  <a:pt x="6604015" y="3110359"/>
                  <a:pt x="6609720" y="3110359"/>
                </a:cubicBezTo>
                <a:cubicBezTo>
                  <a:pt x="6617906" y="3110359"/>
                  <a:pt x="6625285" y="3113646"/>
                  <a:pt x="6631858" y="3120219"/>
                </a:cubicBezTo>
                <a:cubicBezTo>
                  <a:pt x="6638432" y="3126792"/>
                  <a:pt x="6641718" y="3134916"/>
                  <a:pt x="6641718" y="3144590"/>
                </a:cubicBezTo>
                <a:cubicBezTo>
                  <a:pt x="6641718" y="3160961"/>
                  <a:pt x="6632789" y="3173487"/>
                  <a:pt x="6614929" y="3182169"/>
                </a:cubicBezTo>
                <a:cubicBezTo>
                  <a:pt x="6597070" y="3190850"/>
                  <a:pt x="6571397" y="3195191"/>
                  <a:pt x="6537911" y="3195191"/>
                </a:cubicBezTo>
                <a:cubicBezTo>
                  <a:pt x="6506161" y="3195191"/>
                  <a:pt x="6482100" y="3189858"/>
                  <a:pt x="6465729" y="3179192"/>
                </a:cubicBezTo>
                <a:cubicBezTo>
                  <a:pt x="6449358" y="3168526"/>
                  <a:pt x="6438630" y="3153767"/>
                  <a:pt x="6433545" y="3134916"/>
                </a:cubicBezTo>
                <a:cubicBezTo>
                  <a:pt x="6428460" y="3116064"/>
                  <a:pt x="6425917" y="3090887"/>
                  <a:pt x="6425917" y="3059385"/>
                </a:cubicBezTo>
                <a:lnTo>
                  <a:pt x="6425917" y="2864421"/>
                </a:lnTo>
                <a:lnTo>
                  <a:pt x="6412523" y="2864421"/>
                </a:lnTo>
                <a:cubicBezTo>
                  <a:pt x="6397888" y="2864421"/>
                  <a:pt x="6386726" y="2860948"/>
                  <a:pt x="6379037" y="2854002"/>
                </a:cubicBezTo>
                <a:cubicBezTo>
                  <a:pt x="6371347" y="2847057"/>
                  <a:pt x="6367502" y="2838252"/>
                  <a:pt x="6367502" y="2827586"/>
                </a:cubicBezTo>
                <a:cubicBezTo>
                  <a:pt x="6367502" y="2816919"/>
                  <a:pt x="6371533" y="2808176"/>
                  <a:pt x="6379594" y="2801355"/>
                </a:cubicBezTo>
                <a:cubicBezTo>
                  <a:pt x="6387656" y="2794533"/>
                  <a:pt x="6399376" y="2791123"/>
                  <a:pt x="6414755" y="2791123"/>
                </a:cubicBezTo>
                <a:lnTo>
                  <a:pt x="6425917" y="2791123"/>
                </a:lnTo>
                <a:lnTo>
                  <a:pt x="6425917" y="2730103"/>
                </a:lnTo>
                <a:cubicBezTo>
                  <a:pt x="6425917" y="2713732"/>
                  <a:pt x="6426351" y="2700896"/>
                  <a:pt x="6427220" y="2691594"/>
                </a:cubicBezTo>
                <a:cubicBezTo>
                  <a:pt x="6428088" y="2682292"/>
                  <a:pt x="6430506" y="2674293"/>
                  <a:pt x="6434475" y="2667595"/>
                </a:cubicBezTo>
                <a:cubicBezTo>
                  <a:pt x="6438444" y="2660650"/>
                  <a:pt x="6444149" y="2655007"/>
                  <a:pt x="6451590" y="2650666"/>
                </a:cubicBezTo>
                <a:cubicBezTo>
                  <a:pt x="6459032" y="2646325"/>
                  <a:pt x="6467341" y="2644155"/>
                  <a:pt x="6476519" y="2644155"/>
                </a:cubicBezTo>
                <a:close/>
                <a:moveTo>
                  <a:pt x="5281876" y="2640434"/>
                </a:moveTo>
                <a:lnTo>
                  <a:pt x="5316106" y="2640434"/>
                </a:lnTo>
                <a:cubicBezTo>
                  <a:pt x="5337190" y="2640434"/>
                  <a:pt x="5353933" y="2644589"/>
                  <a:pt x="5366335" y="2652898"/>
                </a:cubicBezTo>
                <a:cubicBezTo>
                  <a:pt x="5378738" y="2661208"/>
                  <a:pt x="5384939" y="2677269"/>
                  <a:pt x="5384939" y="2701082"/>
                </a:cubicBezTo>
                <a:lnTo>
                  <a:pt x="5384939" y="3132683"/>
                </a:lnTo>
                <a:cubicBezTo>
                  <a:pt x="5384939" y="3153519"/>
                  <a:pt x="5380288" y="3169146"/>
                  <a:pt x="5370986" y="3179564"/>
                </a:cubicBezTo>
                <a:cubicBezTo>
                  <a:pt x="5361684" y="3189982"/>
                  <a:pt x="5349220" y="3195191"/>
                  <a:pt x="5333593" y="3195191"/>
                </a:cubicBezTo>
                <a:cubicBezTo>
                  <a:pt x="5318959" y="3195191"/>
                  <a:pt x="5306928" y="3189982"/>
                  <a:pt x="5297502" y="3179564"/>
                </a:cubicBezTo>
                <a:cubicBezTo>
                  <a:pt x="5288077" y="3169146"/>
                  <a:pt x="5283364" y="3153519"/>
                  <a:pt x="5283364" y="3132683"/>
                </a:cubicBezTo>
                <a:lnTo>
                  <a:pt x="5283364" y="2756148"/>
                </a:lnTo>
                <a:lnTo>
                  <a:pt x="5195927" y="3103662"/>
                </a:lnTo>
                <a:cubicBezTo>
                  <a:pt x="5190222" y="3126234"/>
                  <a:pt x="5185571" y="3142791"/>
                  <a:pt x="5181975" y="3153333"/>
                </a:cubicBezTo>
                <a:cubicBezTo>
                  <a:pt x="5178378" y="3163875"/>
                  <a:pt x="5171743" y="3173487"/>
                  <a:pt x="5162069" y="3182169"/>
                </a:cubicBezTo>
                <a:cubicBezTo>
                  <a:pt x="5152395" y="3190850"/>
                  <a:pt x="5139001" y="3195191"/>
                  <a:pt x="5121885" y="3195191"/>
                </a:cubicBezTo>
                <a:cubicBezTo>
                  <a:pt x="5108987" y="3195191"/>
                  <a:pt x="5098073" y="3192400"/>
                  <a:pt x="5089143" y="3186820"/>
                </a:cubicBezTo>
                <a:cubicBezTo>
                  <a:pt x="5080213" y="3181238"/>
                  <a:pt x="5073268" y="3174107"/>
                  <a:pt x="5068307" y="3165425"/>
                </a:cubicBezTo>
                <a:cubicBezTo>
                  <a:pt x="5063346" y="3156744"/>
                  <a:pt x="5059440" y="3147132"/>
                  <a:pt x="5056587" y="3136590"/>
                </a:cubicBezTo>
                <a:cubicBezTo>
                  <a:pt x="5053734" y="3126048"/>
                  <a:pt x="5050820" y="3115072"/>
                  <a:pt x="5047843" y="3103662"/>
                </a:cubicBezTo>
                <a:lnTo>
                  <a:pt x="5004843" y="2932756"/>
                </a:lnTo>
                <a:lnTo>
                  <a:pt x="5004706" y="2922815"/>
                </a:lnTo>
                <a:cubicBezTo>
                  <a:pt x="5003459" y="2849507"/>
                  <a:pt x="5006645" y="2776358"/>
                  <a:pt x="5013713" y="2703484"/>
                </a:cubicBezTo>
                <a:lnTo>
                  <a:pt x="5020284" y="2659203"/>
                </a:lnTo>
                <a:lnTo>
                  <a:pt x="5027379" y="2666107"/>
                </a:lnTo>
                <a:cubicBezTo>
                  <a:pt x="5031844" y="2675781"/>
                  <a:pt x="5036929" y="2691532"/>
                  <a:pt x="5042634" y="2713360"/>
                </a:cubicBezTo>
                <a:lnTo>
                  <a:pt x="5121885" y="3012132"/>
                </a:lnTo>
                <a:lnTo>
                  <a:pt x="5201136" y="2713360"/>
                </a:lnTo>
                <a:cubicBezTo>
                  <a:pt x="5206841" y="2691532"/>
                  <a:pt x="5211926" y="2675781"/>
                  <a:pt x="5216391" y="2666107"/>
                </a:cubicBezTo>
                <a:cubicBezTo>
                  <a:pt x="5220856" y="2656433"/>
                  <a:pt x="5227739" y="2649736"/>
                  <a:pt x="5237041" y="2646015"/>
                </a:cubicBezTo>
                <a:cubicBezTo>
                  <a:pt x="5246343" y="2642294"/>
                  <a:pt x="5261288" y="2640434"/>
                  <a:pt x="5281876" y="2640434"/>
                </a:cubicBezTo>
                <a:close/>
                <a:moveTo>
                  <a:pt x="7601362" y="2631132"/>
                </a:moveTo>
                <a:cubicBezTo>
                  <a:pt x="7618477" y="2631132"/>
                  <a:pt x="7632058" y="2636713"/>
                  <a:pt x="7642104" y="2647876"/>
                </a:cubicBezTo>
                <a:cubicBezTo>
                  <a:pt x="7652149" y="2659038"/>
                  <a:pt x="7657172" y="2675781"/>
                  <a:pt x="7657172" y="2698105"/>
                </a:cubicBezTo>
                <a:lnTo>
                  <a:pt x="7657172" y="2983855"/>
                </a:lnTo>
                <a:cubicBezTo>
                  <a:pt x="7657172" y="3008660"/>
                  <a:pt x="7656118" y="3029744"/>
                  <a:pt x="7654010" y="3047107"/>
                </a:cubicBezTo>
                <a:cubicBezTo>
                  <a:pt x="7651901" y="3064470"/>
                  <a:pt x="7647126" y="3082082"/>
                  <a:pt x="7639685" y="3099941"/>
                </a:cubicBezTo>
                <a:cubicBezTo>
                  <a:pt x="7627283" y="3129955"/>
                  <a:pt x="7606819" y="3153333"/>
                  <a:pt x="7578293" y="3170076"/>
                </a:cubicBezTo>
                <a:cubicBezTo>
                  <a:pt x="7549768" y="3186820"/>
                  <a:pt x="7515042" y="3195191"/>
                  <a:pt x="7474114" y="3195191"/>
                </a:cubicBezTo>
                <a:cubicBezTo>
                  <a:pt x="7437155" y="3195191"/>
                  <a:pt x="7406335" y="3189362"/>
                  <a:pt x="7381654" y="3177704"/>
                </a:cubicBezTo>
                <a:cubicBezTo>
                  <a:pt x="7356974" y="3166045"/>
                  <a:pt x="7337068" y="3147194"/>
                  <a:pt x="7321937" y="3121149"/>
                </a:cubicBezTo>
                <a:cubicBezTo>
                  <a:pt x="7313999" y="3107258"/>
                  <a:pt x="7307550" y="3091260"/>
                  <a:pt x="7302589" y="3073152"/>
                </a:cubicBezTo>
                <a:cubicBezTo>
                  <a:pt x="7297628" y="3055044"/>
                  <a:pt x="7295148" y="3037805"/>
                  <a:pt x="7295148" y="3021434"/>
                </a:cubicBezTo>
                <a:cubicBezTo>
                  <a:pt x="7295148" y="3004071"/>
                  <a:pt x="7299985" y="2990800"/>
                  <a:pt x="7309659" y="2981623"/>
                </a:cubicBezTo>
                <a:cubicBezTo>
                  <a:pt x="7319333" y="2972445"/>
                  <a:pt x="7331735" y="2967856"/>
                  <a:pt x="7346866" y="2967856"/>
                </a:cubicBezTo>
                <a:cubicBezTo>
                  <a:pt x="7361501" y="2967856"/>
                  <a:pt x="7372539" y="2972073"/>
                  <a:pt x="7379980" y="2980507"/>
                </a:cubicBezTo>
                <a:cubicBezTo>
                  <a:pt x="7387421" y="2988940"/>
                  <a:pt x="7393127" y="3002086"/>
                  <a:pt x="7397095" y="3019946"/>
                </a:cubicBezTo>
                <a:cubicBezTo>
                  <a:pt x="7401312" y="3039045"/>
                  <a:pt x="7405529" y="3054300"/>
                  <a:pt x="7409746" y="3065711"/>
                </a:cubicBezTo>
                <a:cubicBezTo>
                  <a:pt x="7413963" y="3077121"/>
                  <a:pt x="7421032" y="3086919"/>
                  <a:pt x="7430954" y="3095104"/>
                </a:cubicBezTo>
                <a:cubicBezTo>
                  <a:pt x="7440875" y="3103290"/>
                  <a:pt x="7455014" y="3107382"/>
                  <a:pt x="7473370" y="3107382"/>
                </a:cubicBezTo>
                <a:cubicBezTo>
                  <a:pt x="7522235" y="3107382"/>
                  <a:pt x="7546667" y="3071540"/>
                  <a:pt x="7546667" y="2999854"/>
                </a:cubicBezTo>
                <a:lnTo>
                  <a:pt x="7546667" y="2698105"/>
                </a:lnTo>
                <a:cubicBezTo>
                  <a:pt x="7546667" y="2675781"/>
                  <a:pt x="7551566" y="2659038"/>
                  <a:pt x="7561364" y="2647876"/>
                </a:cubicBezTo>
                <a:cubicBezTo>
                  <a:pt x="7571162" y="2636713"/>
                  <a:pt x="7584495" y="2631132"/>
                  <a:pt x="7601362" y="2631132"/>
                </a:cubicBezTo>
                <a:close/>
                <a:moveTo>
                  <a:pt x="6723871" y="2631132"/>
                </a:moveTo>
                <a:cubicBezTo>
                  <a:pt x="6739994" y="2631132"/>
                  <a:pt x="6752583" y="2636341"/>
                  <a:pt x="6761637" y="2646759"/>
                </a:cubicBezTo>
                <a:cubicBezTo>
                  <a:pt x="6770690" y="2657177"/>
                  <a:pt x="6775217" y="2672556"/>
                  <a:pt x="6775217" y="2692896"/>
                </a:cubicBezTo>
                <a:lnTo>
                  <a:pt x="6775217" y="2843585"/>
                </a:lnTo>
                <a:cubicBezTo>
                  <a:pt x="6788115" y="2828702"/>
                  <a:pt x="6800704" y="2816919"/>
                  <a:pt x="6812982" y="2808238"/>
                </a:cubicBezTo>
                <a:cubicBezTo>
                  <a:pt x="6825260" y="2799556"/>
                  <a:pt x="6838841" y="2793045"/>
                  <a:pt x="6853724" y="2788704"/>
                </a:cubicBezTo>
                <a:cubicBezTo>
                  <a:pt x="6868606" y="2784363"/>
                  <a:pt x="6884605" y="2782193"/>
                  <a:pt x="6901721" y="2782193"/>
                </a:cubicBezTo>
                <a:cubicBezTo>
                  <a:pt x="6927518" y="2782193"/>
                  <a:pt x="6950400" y="2787650"/>
                  <a:pt x="6970368" y="2798564"/>
                </a:cubicBezTo>
                <a:cubicBezTo>
                  <a:pt x="6990336" y="2809478"/>
                  <a:pt x="7006024" y="2825353"/>
                  <a:pt x="7017435" y="2846189"/>
                </a:cubicBezTo>
                <a:cubicBezTo>
                  <a:pt x="7024628" y="2858343"/>
                  <a:pt x="7029465" y="2871924"/>
                  <a:pt x="7031946" y="2886931"/>
                </a:cubicBezTo>
                <a:cubicBezTo>
                  <a:pt x="7034426" y="2901938"/>
                  <a:pt x="7035666" y="2919239"/>
                  <a:pt x="7035666" y="2938835"/>
                </a:cubicBezTo>
                <a:lnTo>
                  <a:pt x="7035666" y="3133427"/>
                </a:lnTo>
                <a:cubicBezTo>
                  <a:pt x="7035666" y="3153767"/>
                  <a:pt x="7031015" y="3169146"/>
                  <a:pt x="7021714" y="3179564"/>
                </a:cubicBezTo>
                <a:cubicBezTo>
                  <a:pt x="7012412" y="3189982"/>
                  <a:pt x="7000071" y="3195191"/>
                  <a:pt x="6984693" y="3195191"/>
                </a:cubicBezTo>
                <a:cubicBezTo>
                  <a:pt x="6951206" y="3195191"/>
                  <a:pt x="6934463" y="3174603"/>
                  <a:pt x="6934463" y="3133427"/>
                </a:cubicBezTo>
                <a:lnTo>
                  <a:pt x="6934463" y="2961903"/>
                </a:lnTo>
                <a:cubicBezTo>
                  <a:pt x="6934463" y="2929409"/>
                  <a:pt x="6929626" y="2904418"/>
                  <a:pt x="6919952" y="2886931"/>
                </a:cubicBezTo>
                <a:cubicBezTo>
                  <a:pt x="6910279" y="2869443"/>
                  <a:pt x="6891923" y="2860700"/>
                  <a:pt x="6864886" y="2860700"/>
                </a:cubicBezTo>
                <a:cubicBezTo>
                  <a:pt x="6846778" y="2860700"/>
                  <a:pt x="6830470" y="2865847"/>
                  <a:pt x="6815958" y="2876141"/>
                </a:cubicBezTo>
                <a:cubicBezTo>
                  <a:pt x="6801448" y="2886435"/>
                  <a:pt x="6790596" y="2900511"/>
                  <a:pt x="6783403" y="2918371"/>
                </a:cubicBezTo>
                <a:cubicBezTo>
                  <a:pt x="6777945" y="2933502"/>
                  <a:pt x="6775217" y="2960415"/>
                  <a:pt x="6775217" y="2999110"/>
                </a:cubicBezTo>
                <a:lnTo>
                  <a:pt x="6775217" y="3133427"/>
                </a:lnTo>
                <a:cubicBezTo>
                  <a:pt x="6775217" y="3153519"/>
                  <a:pt x="6770690" y="3168836"/>
                  <a:pt x="6761637" y="3179378"/>
                </a:cubicBezTo>
                <a:cubicBezTo>
                  <a:pt x="6752583" y="3189920"/>
                  <a:pt x="6739994" y="3195191"/>
                  <a:pt x="6723871" y="3195191"/>
                </a:cubicBezTo>
                <a:cubicBezTo>
                  <a:pt x="6690385" y="3195191"/>
                  <a:pt x="6673642" y="3174603"/>
                  <a:pt x="6673642" y="3133427"/>
                </a:cubicBezTo>
                <a:lnTo>
                  <a:pt x="6673642" y="2692896"/>
                </a:lnTo>
                <a:cubicBezTo>
                  <a:pt x="6673642" y="2672308"/>
                  <a:pt x="6678045" y="2656867"/>
                  <a:pt x="6686850" y="2646573"/>
                </a:cubicBezTo>
                <a:cubicBezTo>
                  <a:pt x="6695656" y="2636279"/>
                  <a:pt x="6707996" y="2631132"/>
                  <a:pt x="6723871" y="2631132"/>
                </a:cubicBezTo>
                <a:close/>
                <a:moveTo>
                  <a:pt x="3332004" y="2631132"/>
                </a:moveTo>
                <a:cubicBezTo>
                  <a:pt x="3290332" y="2631132"/>
                  <a:pt x="3253125" y="2637644"/>
                  <a:pt x="3220383" y="2650666"/>
                </a:cubicBezTo>
                <a:cubicBezTo>
                  <a:pt x="3187641" y="2663689"/>
                  <a:pt x="3159859" y="2682478"/>
                  <a:pt x="3137039" y="2707035"/>
                </a:cubicBezTo>
                <a:cubicBezTo>
                  <a:pt x="3114219" y="2731591"/>
                  <a:pt x="3096794" y="2761357"/>
                  <a:pt x="3084763" y="2796332"/>
                </a:cubicBezTo>
                <a:cubicBezTo>
                  <a:pt x="3072733" y="2831306"/>
                  <a:pt x="3066718" y="2869754"/>
                  <a:pt x="3066718" y="2911673"/>
                </a:cubicBezTo>
                <a:cubicBezTo>
                  <a:pt x="3066718" y="2952601"/>
                  <a:pt x="3072485" y="2990676"/>
                  <a:pt x="3084019" y="3025899"/>
                </a:cubicBezTo>
                <a:cubicBezTo>
                  <a:pt x="3095553" y="3061122"/>
                  <a:pt x="3112607" y="3091259"/>
                  <a:pt x="3135179" y="3116312"/>
                </a:cubicBezTo>
                <a:cubicBezTo>
                  <a:pt x="3157751" y="3141365"/>
                  <a:pt x="3185904" y="3160775"/>
                  <a:pt x="3219639" y="3174541"/>
                </a:cubicBezTo>
                <a:cubicBezTo>
                  <a:pt x="3253373" y="3188308"/>
                  <a:pt x="3291572" y="3195191"/>
                  <a:pt x="3334236" y="3195191"/>
                </a:cubicBezTo>
                <a:cubicBezTo>
                  <a:pt x="3377149" y="3195191"/>
                  <a:pt x="3415224" y="3188494"/>
                  <a:pt x="3448462" y="3175099"/>
                </a:cubicBezTo>
                <a:cubicBezTo>
                  <a:pt x="3481701" y="3161705"/>
                  <a:pt x="3509730" y="3142357"/>
                  <a:pt x="3532550" y="3117056"/>
                </a:cubicBezTo>
                <a:cubicBezTo>
                  <a:pt x="3555370" y="3091755"/>
                  <a:pt x="3572486" y="3061866"/>
                  <a:pt x="3583896" y="3027387"/>
                </a:cubicBezTo>
                <a:cubicBezTo>
                  <a:pt x="3595306" y="2992909"/>
                  <a:pt x="3601011" y="2954585"/>
                  <a:pt x="3601011" y="2912418"/>
                </a:cubicBezTo>
                <a:cubicBezTo>
                  <a:pt x="3601011" y="2855367"/>
                  <a:pt x="3590593" y="2805695"/>
                  <a:pt x="3569757" y="2763403"/>
                </a:cubicBezTo>
                <a:cubicBezTo>
                  <a:pt x="3548921" y="2721111"/>
                  <a:pt x="3518225" y="2688493"/>
                  <a:pt x="3477669" y="2665549"/>
                </a:cubicBezTo>
                <a:cubicBezTo>
                  <a:pt x="3437114" y="2642605"/>
                  <a:pt x="3388559" y="2631132"/>
                  <a:pt x="3332004" y="2631132"/>
                </a:cubicBezTo>
                <a:close/>
                <a:moveTo>
                  <a:pt x="8704253" y="2168798"/>
                </a:moveTo>
                <a:cubicBezTo>
                  <a:pt x="8719879" y="2168798"/>
                  <a:pt x="8733211" y="2174193"/>
                  <a:pt x="8744250" y="2184983"/>
                </a:cubicBezTo>
                <a:cubicBezTo>
                  <a:pt x="8755288" y="2195773"/>
                  <a:pt x="8760807" y="2208857"/>
                  <a:pt x="8760807" y="2224236"/>
                </a:cubicBezTo>
                <a:cubicBezTo>
                  <a:pt x="8760807" y="2241848"/>
                  <a:pt x="8755288" y="2255676"/>
                  <a:pt x="8744250" y="2265722"/>
                </a:cubicBezTo>
                <a:cubicBezTo>
                  <a:pt x="8733211" y="2275768"/>
                  <a:pt x="8720251" y="2280791"/>
                  <a:pt x="8705369" y="2280791"/>
                </a:cubicBezTo>
                <a:cubicBezTo>
                  <a:pt x="8689990" y="2280791"/>
                  <a:pt x="8676719" y="2275830"/>
                  <a:pt x="8665557" y="2265908"/>
                </a:cubicBezTo>
                <a:cubicBezTo>
                  <a:pt x="8654395" y="2255986"/>
                  <a:pt x="8648814" y="2242096"/>
                  <a:pt x="8648814" y="2224236"/>
                </a:cubicBezTo>
                <a:cubicBezTo>
                  <a:pt x="8648814" y="2209105"/>
                  <a:pt x="8654147" y="2196083"/>
                  <a:pt x="8664813" y="2185169"/>
                </a:cubicBezTo>
                <a:cubicBezTo>
                  <a:pt x="8675479" y="2174255"/>
                  <a:pt x="8688625" y="2168798"/>
                  <a:pt x="8704253" y="2168798"/>
                </a:cubicBezTo>
                <a:close/>
                <a:moveTo>
                  <a:pt x="4458930" y="2076524"/>
                </a:moveTo>
                <a:lnTo>
                  <a:pt x="4458930" y="2091035"/>
                </a:lnTo>
                <a:cubicBezTo>
                  <a:pt x="4458930" y="2126258"/>
                  <a:pt x="4454341" y="2151558"/>
                  <a:pt x="4445164" y="2166937"/>
                </a:cubicBezTo>
                <a:cubicBezTo>
                  <a:pt x="4437226" y="2180828"/>
                  <a:pt x="4424762" y="2192176"/>
                  <a:pt x="4407771" y="2200982"/>
                </a:cubicBezTo>
                <a:cubicBezTo>
                  <a:pt x="4390780" y="2209788"/>
                  <a:pt x="4372238" y="2214190"/>
                  <a:pt x="4352146" y="2214190"/>
                </a:cubicBezTo>
                <a:cubicBezTo>
                  <a:pt x="4333295" y="2214190"/>
                  <a:pt x="4318040" y="2208795"/>
                  <a:pt x="4306382" y="2198005"/>
                </a:cubicBezTo>
                <a:cubicBezTo>
                  <a:pt x="4294724" y="2187215"/>
                  <a:pt x="4288895" y="2174131"/>
                  <a:pt x="4288895" y="2158752"/>
                </a:cubicBezTo>
                <a:cubicBezTo>
                  <a:pt x="4288895" y="2143869"/>
                  <a:pt x="4293856" y="2132273"/>
                  <a:pt x="4303777" y="2123963"/>
                </a:cubicBezTo>
                <a:cubicBezTo>
                  <a:pt x="4313699" y="2115654"/>
                  <a:pt x="4324117" y="2110073"/>
                  <a:pt x="4335031" y="2107220"/>
                </a:cubicBezTo>
                <a:cubicBezTo>
                  <a:pt x="4345945" y="2104368"/>
                  <a:pt x="4365603" y="2099903"/>
                  <a:pt x="4394004" y="2093826"/>
                </a:cubicBezTo>
                <a:cubicBezTo>
                  <a:pt x="4422406" y="2087748"/>
                  <a:pt x="4444048" y="2081981"/>
                  <a:pt x="4458930" y="2076524"/>
                </a:cubicBezTo>
                <a:close/>
                <a:moveTo>
                  <a:pt x="6298669" y="1943695"/>
                </a:moveTo>
                <a:cubicBezTo>
                  <a:pt x="6269648" y="1943695"/>
                  <a:pt x="6246393" y="1954733"/>
                  <a:pt x="6228906" y="1976810"/>
                </a:cubicBezTo>
                <a:cubicBezTo>
                  <a:pt x="6211419" y="1998886"/>
                  <a:pt x="6202675" y="2030264"/>
                  <a:pt x="6202675" y="2070943"/>
                </a:cubicBezTo>
                <a:cubicBezTo>
                  <a:pt x="6202675" y="2112119"/>
                  <a:pt x="6211667" y="2143249"/>
                  <a:pt x="6229650" y="2164333"/>
                </a:cubicBezTo>
                <a:cubicBezTo>
                  <a:pt x="6247633" y="2185417"/>
                  <a:pt x="6270888" y="2195959"/>
                  <a:pt x="6299413" y="2195959"/>
                </a:cubicBezTo>
                <a:cubicBezTo>
                  <a:pt x="6316280" y="2195959"/>
                  <a:pt x="6332217" y="2191432"/>
                  <a:pt x="6347224" y="2182378"/>
                </a:cubicBezTo>
                <a:cubicBezTo>
                  <a:pt x="6362231" y="2173325"/>
                  <a:pt x="6374447" y="2159682"/>
                  <a:pt x="6383873" y="2141451"/>
                </a:cubicBezTo>
                <a:cubicBezTo>
                  <a:pt x="6393299" y="2123219"/>
                  <a:pt x="6398012" y="2101081"/>
                  <a:pt x="6398012" y="2075036"/>
                </a:cubicBezTo>
                <a:cubicBezTo>
                  <a:pt x="6398012" y="2033612"/>
                  <a:pt x="6388896" y="2001366"/>
                  <a:pt x="6370665" y="1978298"/>
                </a:cubicBezTo>
                <a:cubicBezTo>
                  <a:pt x="6352433" y="1955229"/>
                  <a:pt x="6328435" y="1943695"/>
                  <a:pt x="6298669" y="1943695"/>
                </a:cubicBezTo>
                <a:close/>
                <a:moveTo>
                  <a:pt x="6966907" y="1937742"/>
                </a:moveTo>
                <a:cubicBezTo>
                  <a:pt x="6941607" y="1937742"/>
                  <a:pt x="6920833" y="1946486"/>
                  <a:pt x="6904586" y="1963973"/>
                </a:cubicBezTo>
                <a:cubicBezTo>
                  <a:pt x="6888339" y="1981460"/>
                  <a:pt x="6878479" y="2007319"/>
                  <a:pt x="6875006" y="2041550"/>
                </a:cubicBezTo>
                <a:lnTo>
                  <a:pt x="7059181" y="2041550"/>
                </a:lnTo>
                <a:cubicBezTo>
                  <a:pt x="7056701" y="2006823"/>
                  <a:pt x="7047337" y="1980840"/>
                  <a:pt x="7031090" y="1963601"/>
                </a:cubicBezTo>
                <a:cubicBezTo>
                  <a:pt x="7014843" y="1946362"/>
                  <a:pt x="6993449" y="1937742"/>
                  <a:pt x="6966907" y="1937742"/>
                </a:cubicBezTo>
                <a:close/>
                <a:moveTo>
                  <a:pt x="3928433" y="1937742"/>
                </a:moveTo>
                <a:cubicBezTo>
                  <a:pt x="3954974" y="1937742"/>
                  <a:pt x="3976368" y="1946362"/>
                  <a:pt x="3992615" y="1963601"/>
                </a:cubicBezTo>
                <a:cubicBezTo>
                  <a:pt x="4008862" y="1980840"/>
                  <a:pt x="4018226" y="2006823"/>
                  <a:pt x="4020706" y="2041550"/>
                </a:cubicBezTo>
                <a:lnTo>
                  <a:pt x="3836532" y="2041550"/>
                </a:lnTo>
                <a:cubicBezTo>
                  <a:pt x="3840004" y="2007319"/>
                  <a:pt x="3849864" y="1981460"/>
                  <a:pt x="3866111" y="1963973"/>
                </a:cubicBezTo>
                <a:cubicBezTo>
                  <a:pt x="3882358" y="1946486"/>
                  <a:pt x="3903132" y="1937742"/>
                  <a:pt x="3928433" y="1937742"/>
                </a:cubicBezTo>
                <a:close/>
                <a:moveTo>
                  <a:pt x="5241687" y="1869887"/>
                </a:moveTo>
                <a:lnTo>
                  <a:pt x="5261505" y="1872165"/>
                </a:lnTo>
                <a:cubicBezTo>
                  <a:pt x="5273473" y="1875079"/>
                  <a:pt x="5284728" y="1879451"/>
                  <a:pt x="5295270" y="1885280"/>
                </a:cubicBezTo>
                <a:cubicBezTo>
                  <a:pt x="5316354" y="1896938"/>
                  <a:pt x="5332105" y="1913434"/>
                  <a:pt x="5342523" y="1934766"/>
                </a:cubicBezTo>
                <a:cubicBezTo>
                  <a:pt x="5349220" y="1947168"/>
                  <a:pt x="5353561" y="1960562"/>
                  <a:pt x="5355545" y="1974949"/>
                </a:cubicBezTo>
                <a:cubicBezTo>
                  <a:pt x="5357530" y="1989336"/>
                  <a:pt x="5358522" y="2007691"/>
                  <a:pt x="5358522" y="2030016"/>
                </a:cubicBezTo>
                <a:lnTo>
                  <a:pt x="5358522" y="2219027"/>
                </a:lnTo>
                <a:cubicBezTo>
                  <a:pt x="5358522" y="2239367"/>
                  <a:pt x="5353871" y="2254746"/>
                  <a:pt x="5344569" y="2265164"/>
                </a:cubicBezTo>
                <a:cubicBezTo>
                  <a:pt x="5335267" y="2275582"/>
                  <a:pt x="5323175" y="2280791"/>
                  <a:pt x="5308292" y="2280791"/>
                </a:cubicBezTo>
                <a:cubicBezTo>
                  <a:pt x="5293162" y="2280791"/>
                  <a:pt x="5280883" y="2275458"/>
                  <a:pt x="5271457" y="2264792"/>
                </a:cubicBezTo>
                <a:cubicBezTo>
                  <a:pt x="5262032" y="2254126"/>
                  <a:pt x="5257319" y="2238871"/>
                  <a:pt x="5257319" y="2219027"/>
                </a:cubicBezTo>
                <a:lnTo>
                  <a:pt x="5257319" y="2049735"/>
                </a:lnTo>
                <a:cubicBezTo>
                  <a:pt x="5257319" y="2016249"/>
                  <a:pt x="5252668" y="1990638"/>
                  <a:pt x="5243366" y="1972903"/>
                </a:cubicBezTo>
                <a:cubicBezTo>
                  <a:pt x="5238715" y="1964035"/>
                  <a:pt x="5231754" y="1957384"/>
                  <a:pt x="5222484" y="1952950"/>
                </a:cubicBezTo>
                <a:lnTo>
                  <a:pt x="5209831" y="1950528"/>
                </a:lnTo>
                <a:close/>
                <a:moveTo>
                  <a:pt x="9711298" y="1867793"/>
                </a:moveTo>
                <a:cubicBezTo>
                  <a:pt x="9725933" y="1867793"/>
                  <a:pt x="9736971" y="1872444"/>
                  <a:pt x="9744412" y="1881746"/>
                </a:cubicBezTo>
                <a:cubicBezTo>
                  <a:pt x="9751853" y="1891047"/>
                  <a:pt x="9758427" y="1904380"/>
                  <a:pt x="9764132" y="1921743"/>
                </a:cubicBezTo>
                <a:lnTo>
                  <a:pt x="9850080" y="2171774"/>
                </a:lnTo>
                <a:lnTo>
                  <a:pt x="9931563" y="1939230"/>
                </a:lnTo>
                <a:cubicBezTo>
                  <a:pt x="9938013" y="1920379"/>
                  <a:pt x="9943842" y="1905620"/>
                  <a:pt x="9949051" y="1894954"/>
                </a:cubicBezTo>
                <a:cubicBezTo>
                  <a:pt x="9954260" y="1884288"/>
                  <a:pt x="9959779" y="1877095"/>
                  <a:pt x="9965608" y="1873374"/>
                </a:cubicBezTo>
                <a:cubicBezTo>
                  <a:pt x="9971437" y="1869653"/>
                  <a:pt x="9979685" y="1867793"/>
                  <a:pt x="9990351" y="1867793"/>
                </a:cubicBezTo>
                <a:cubicBezTo>
                  <a:pt x="9998041" y="1867793"/>
                  <a:pt x="10005419" y="1869839"/>
                  <a:pt x="10012489" y="1873932"/>
                </a:cubicBezTo>
                <a:cubicBezTo>
                  <a:pt x="10019558" y="1878025"/>
                  <a:pt x="10025015" y="1883544"/>
                  <a:pt x="10028860" y="1890489"/>
                </a:cubicBezTo>
                <a:cubicBezTo>
                  <a:pt x="10032705" y="1897434"/>
                  <a:pt x="10034627" y="1904752"/>
                  <a:pt x="10034627" y="1912441"/>
                </a:cubicBezTo>
                <a:cubicBezTo>
                  <a:pt x="10033635" y="1917154"/>
                  <a:pt x="10032023" y="1923851"/>
                  <a:pt x="10029790" y="1932533"/>
                </a:cubicBezTo>
                <a:cubicBezTo>
                  <a:pt x="10027557" y="1941215"/>
                  <a:pt x="10024829" y="1950020"/>
                  <a:pt x="10021605" y="1958950"/>
                </a:cubicBezTo>
                <a:lnTo>
                  <a:pt x="9889147" y="2305720"/>
                </a:lnTo>
                <a:cubicBezTo>
                  <a:pt x="9877737" y="2336229"/>
                  <a:pt x="9866575" y="2360166"/>
                  <a:pt x="9855661" y="2377529"/>
                </a:cubicBezTo>
                <a:cubicBezTo>
                  <a:pt x="9844747" y="2394892"/>
                  <a:pt x="9830298" y="2408225"/>
                  <a:pt x="9812315" y="2417527"/>
                </a:cubicBezTo>
                <a:cubicBezTo>
                  <a:pt x="9794332" y="2426829"/>
                  <a:pt x="9770085" y="2431480"/>
                  <a:pt x="9739575" y="2431480"/>
                </a:cubicBezTo>
                <a:cubicBezTo>
                  <a:pt x="9709809" y="2431480"/>
                  <a:pt x="9687485" y="2428255"/>
                  <a:pt x="9672603" y="2421806"/>
                </a:cubicBezTo>
                <a:cubicBezTo>
                  <a:pt x="9657720" y="2415356"/>
                  <a:pt x="9650279" y="2403574"/>
                  <a:pt x="9650279" y="2386459"/>
                </a:cubicBezTo>
                <a:cubicBezTo>
                  <a:pt x="9650279" y="2374801"/>
                  <a:pt x="9653813" y="2365809"/>
                  <a:pt x="9660883" y="2359484"/>
                </a:cubicBezTo>
                <a:cubicBezTo>
                  <a:pt x="9667951" y="2353159"/>
                  <a:pt x="9678432" y="2349996"/>
                  <a:pt x="9692323" y="2349996"/>
                </a:cubicBezTo>
                <a:cubicBezTo>
                  <a:pt x="9697779" y="2349996"/>
                  <a:pt x="9703113" y="2350740"/>
                  <a:pt x="9708321" y="2352228"/>
                </a:cubicBezTo>
                <a:cubicBezTo>
                  <a:pt x="9714771" y="2353717"/>
                  <a:pt x="9720351" y="2354461"/>
                  <a:pt x="9725065" y="2354461"/>
                </a:cubicBezTo>
                <a:cubicBezTo>
                  <a:pt x="9736723" y="2354461"/>
                  <a:pt x="9745901" y="2352725"/>
                  <a:pt x="9752597" y="2349252"/>
                </a:cubicBezTo>
                <a:cubicBezTo>
                  <a:pt x="9759295" y="2345779"/>
                  <a:pt x="9765311" y="2339764"/>
                  <a:pt x="9770643" y="2331206"/>
                </a:cubicBezTo>
                <a:cubicBezTo>
                  <a:pt x="9775976" y="2322649"/>
                  <a:pt x="9782115" y="2310061"/>
                  <a:pt x="9789061" y="2293442"/>
                </a:cubicBezTo>
                <a:lnTo>
                  <a:pt x="9798363" y="2270745"/>
                </a:lnTo>
                <a:lnTo>
                  <a:pt x="9673347" y="1955974"/>
                </a:lnTo>
                <a:cubicBezTo>
                  <a:pt x="9665657" y="1937866"/>
                  <a:pt x="9661813" y="1924720"/>
                  <a:pt x="9661813" y="1916534"/>
                </a:cubicBezTo>
                <a:cubicBezTo>
                  <a:pt x="9661813" y="1907852"/>
                  <a:pt x="9664045" y="1899791"/>
                  <a:pt x="9668510" y="1892350"/>
                </a:cubicBezTo>
                <a:cubicBezTo>
                  <a:pt x="9672975" y="1884908"/>
                  <a:pt x="9679114" y="1878955"/>
                  <a:pt x="9686927" y="1874490"/>
                </a:cubicBezTo>
                <a:cubicBezTo>
                  <a:pt x="9694741" y="1870025"/>
                  <a:pt x="9702864" y="1867793"/>
                  <a:pt x="9711298" y="1867793"/>
                </a:cubicBezTo>
                <a:close/>
                <a:moveTo>
                  <a:pt x="8705369" y="1867793"/>
                </a:moveTo>
                <a:cubicBezTo>
                  <a:pt x="8720499" y="1867793"/>
                  <a:pt x="8733522" y="1872692"/>
                  <a:pt x="8744436" y="1882490"/>
                </a:cubicBezTo>
                <a:cubicBezTo>
                  <a:pt x="8755350" y="1892287"/>
                  <a:pt x="8760807" y="1905868"/>
                  <a:pt x="8760807" y="1923231"/>
                </a:cubicBezTo>
                <a:cubicBezTo>
                  <a:pt x="8760807" y="1937122"/>
                  <a:pt x="8754854" y="1949896"/>
                  <a:pt x="8742947" y="1961555"/>
                </a:cubicBezTo>
                <a:cubicBezTo>
                  <a:pt x="8731041" y="1973213"/>
                  <a:pt x="8718143" y="1979042"/>
                  <a:pt x="8704253" y="1979042"/>
                </a:cubicBezTo>
                <a:cubicBezTo>
                  <a:pt x="8689121" y="1979042"/>
                  <a:pt x="8676099" y="1973461"/>
                  <a:pt x="8665185" y="1962299"/>
                </a:cubicBezTo>
                <a:cubicBezTo>
                  <a:pt x="8654271" y="1951137"/>
                  <a:pt x="8648814" y="1938114"/>
                  <a:pt x="8648814" y="1923231"/>
                </a:cubicBezTo>
                <a:cubicBezTo>
                  <a:pt x="8648814" y="1905620"/>
                  <a:pt x="8654333" y="1891977"/>
                  <a:pt x="8665371" y="1882304"/>
                </a:cubicBezTo>
                <a:cubicBezTo>
                  <a:pt x="8676409" y="1872630"/>
                  <a:pt x="8689741" y="1867793"/>
                  <a:pt x="8705369" y="1867793"/>
                </a:cubicBezTo>
                <a:close/>
                <a:moveTo>
                  <a:pt x="8003793" y="1867793"/>
                </a:moveTo>
                <a:cubicBezTo>
                  <a:pt x="8017684" y="1867793"/>
                  <a:pt x="8029280" y="1872444"/>
                  <a:pt x="8038582" y="1881746"/>
                </a:cubicBezTo>
                <a:cubicBezTo>
                  <a:pt x="8047883" y="1891047"/>
                  <a:pt x="8052534" y="1903884"/>
                  <a:pt x="8052534" y="1920255"/>
                </a:cubicBezTo>
                <a:lnTo>
                  <a:pt x="8052534" y="1929929"/>
                </a:lnTo>
                <a:cubicBezTo>
                  <a:pt x="8070145" y="1908845"/>
                  <a:pt x="8088997" y="1893342"/>
                  <a:pt x="8109089" y="1883420"/>
                </a:cubicBezTo>
                <a:cubicBezTo>
                  <a:pt x="8129181" y="1873498"/>
                  <a:pt x="8151505" y="1868537"/>
                  <a:pt x="8176062" y="1868537"/>
                </a:cubicBezTo>
                <a:cubicBezTo>
                  <a:pt x="8201611" y="1868537"/>
                  <a:pt x="8223563" y="1873622"/>
                  <a:pt x="8241918" y="1883792"/>
                </a:cubicBezTo>
                <a:cubicBezTo>
                  <a:pt x="8260273" y="1893962"/>
                  <a:pt x="8275404" y="1909341"/>
                  <a:pt x="8287311" y="1929929"/>
                </a:cubicBezTo>
                <a:cubicBezTo>
                  <a:pt x="8304426" y="1909093"/>
                  <a:pt x="8322781" y="1893652"/>
                  <a:pt x="8342377" y="1883606"/>
                </a:cubicBezTo>
                <a:cubicBezTo>
                  <a:pt x="8361973" y="1873560"/>
                  <a:pt x="8383677" y="1868537"/>
                  <a:pt x="8407489" y="1868537"/>
                </a:cubicBezTo>
                <a:cubicBezTo>
                  <a:pt x="8435271" y="1868537"/>
                  <a:pt x="8459207" y="1873994"/>
                  <a:pt x="8479299" y="1884908"/>
                </a:cubicBezTo>
                <a:cubicBezTo>
                  <a:pt x="8499391" y="1895822"/>
                  <a:pt x="8514397" y="1911449"/>
                  <a:pt x="8524319" y="1931789"/>
                </a:cubicBezTo>
                <a:cubicBezTo>
                  <a:pt x="8533001" y="1950144"/>
                  <a:pt x="8537341" y="1979042"/>
                  <a:pt x="8537341" y="2018481"/>
                </a:cubicBezTo>
                <a:lnTo>
                  <a:pt x="8537341" y="2216795"/>
                </a:lnTo>
                <a:cubicBezTo>
                  <a:pt x="8537341" y="2238127"/>
                  <a:pt x="8532505" y="2254126"/>
                  <a:pt x="8522831" y="2264792"/>
                </a:cubicBezTo>
                <a:cubicBezTo>
                  <a:pt x="8513157" y="2275458"/>
                  <a:pt x="8500383" y="2280791"/>
                  <a:pt x="8484508" y="2280791"/>
                </a:cubicBezTo>
                <a:cubicBezTo>
                  <a:pt x="8469129" y="2280791"/>
                  <a:pt x="8456540" y="2275396"/>
                  <a:pt x="8446743" y="2264606"/>
                </a:cubicBezTo>
                <a:cubicBezTo>
                  <a:pt x="8436945" y="2253816"/>
                  <a:pt x="8432046" y="2237879"/>
                  <a:pt x="8432046" y="2216795"/>
                </a:cubicBezTo>
                <a:lnTo>
                  <a:pt x="8432046" y="2046015"/>
                </a:lnTo>
                <a:cubicBezTo>
                  <a:pt x="8432046" y="2024186"/>
                  <a:pt x="8431116" y="2006699"/>
                  <a:pt x="8429255" y="1993553"/>
                </a:cubicBezTo>
                <a:cubicBezTo>
                  <a:pt x="8427395" y="1980406"/>
                  <a:pt x="8422372" y="1969368"/>
                  <a:pt x="8414187" y="1960438"/>
                </a:cubicBezTo>
                <a:cubicBezTo>
                  <a:pt x="8406001" y="1951509"/>
                  <a:pt x="8393599" y="1947044"/>
                  <a:pt x="8376980" y="1947044"/>
                </a:cubicBezTo>
                <a:cubicBezTo>
                  <a:pt x="8363585" y="1947044"/>
                  <a:pt x="8350872" y="1951013"/>
                  <a:pt x="8338842" y="1958950"/>
                </a:cubicBezTo>
                <a:cubicBezTo>
                  <a:pt x="8326812" y="1966888"/>
                  <a:pt x="8317448" y="1977554"/>
                  <a:pt x="8310751" y="1990948"/>
                </a:cubicBezTo>
                <a:cubicBezTo>
                  <a:pt x="8303310" y="2008063"/>
                  <a:pt x="8299589" y="2038325"/>
                  <a:pt x="8299589" y="2081733"/>
                </a:cubicBezTo>
                <a:lnTo>
                  <a:pt x="8299589" y="2216795"/>
                </a:lnTo>
                <a:cubicBezTo>
                  <a:pt x="8299589" y="2238127"/>
                  <a:pt x="8294752" y="2254126"/>
                  <a:pt x="8285078" y="2264792"/>
                </a:cubicBezTo>
                <a:cubicBezTo>
                  <a:pt x="8275404" y="2275458"/>
                  <a:pt x="8262630" y="2280791"/>
                  <a:pt x="8246755" y="2280791"/>
                </a:cubicBezTo>
                <a:cubicBezTo>
                  <a:pt x="8231376" y="2280791"/>
                  <a:pt x="8218912" y="2275458"/>
                  <a:pt x="8209362" y="2264792"/>
                </a:cubicBezTo>
                <a:cubicBezTo>
                  <a:pt x="8199812" y="2254126"/>
                  <a:pt x="8195037" y="2238127"/>
                  <a:pt x="8195037" y="2216795"/>
                </a:cubicBezTo>
                <a:lnTo>
                  <a:pt x="8195037" y="2054944"/>
                </a:lnTo>
                <a:cubicBezTo>
                  <a:pt x="8195037" y="2029395"/>
                  <a:pt x="8194169" y="2009552"/>
                  <a:pt x="8192433" y="1995413"/>
                </a:cubicBezTo>
                <a:cubicBezTo>
                  <a:pt x="8190696" y="1981274"/>
                  <a:pt x="8185984" y="1969678"/>
                  <a:pt x="8178294" y="1960624"/>
                </a:cubicBezTo>
                <a:cubicBezTo>
                  <a:pt x="8170604" y="1951571"/>
                  <a:pt x="8158450" y="1947044"/>
                  <a:pt x="8141831" y="1947044"/>
                </a:cubicBezTo>
                <a:cubicBezTo>
                  <a:pt x="8108593" y="1947044"/>
                  <a:pt x="8086703" y="1958454"/>
                  <a:pt x="8076161" y="1981274"/>
                </a:cubicBezTo>
                <a:cubicBezTo>
                  <a:pt x="8065619" y="2004095"/>
                  <a:pt x="8060348" y="2036837"/>
                  <a:pt x="8060348" y="2079501"/>
                </a:cubicBezTo>
                <a:lnTo>
                  <a:pt x="8060348" y="2216795"/>
                </a:lnTo>
                <a:cubicBezTo>
                  <a:pt x="8060348" y="2237879"/>
                  <a:pt x="8055573" y="2253816"/>
                  <a:pt x="8046023" y="2264606"/>
                </a:cubicBezTo>
                <a:cubicBezTo>
                  <a:pt x="8036473" y="2275396"/>
                  <a:pt x="8023885" y="2280791"/>
                  <a:pt x="8008258" y="2280791"/>
                </a:cubicBezTo>
                <a:cubicBezTo>
                  <a:pt x="7992879" y="2280791"/>
                  <a:pt x="7980290" y="2275396"/>
                  <a:pt x="7970493" y="2264606"/>
                </a:cubicBezTo>
                <a:cubicBezTo>
                  <a:pt x="7960695" y="2253816"/>
                  <a:pt x="7955796" y="2237879"/>
                  <a:pt x="7955796" y="2216795"/>
                </a:cubicBezTo>
                <a:lnTo>
                  <a:pt x="7955796" y="1926208"/>
                </a:lnTo>
                <a:cubicBezTo>
                  <a:pt x="7955796" y="1907108"/>
                  <a:pt x="7960199" y="1892597"/>
                  <a:pt x="7969004" y="1882676"/>
                </a:cubicBezTo>
                <a:cubicBezTo>
                  <a:pt x="7977810" y="1872754"/>
                  <a:pt x="7989406" y="1867793"/>
                  <a:pt x="8003793" y="1867793"/>
                </a:cubicBezTo>
                <a:close/>
                <a:moveTo>
                  <a:pt x="7802429" y="1867793"/>
                </a:moveTo>
                <a:cubicBezTo>
                  <a:pt x="7817311" y="1867793"/>
                  <a:pt x="7829590" y="1872878"/>
                  <a:pt x="7839264" y="1883048"/>
                </a:cubicBezTo>
                <a:cubicBezTo>
                  <a:pt x="7848937" y="1893218"/>
                  <a:pt x="7853774" y="1907356"/>
                  <a:pt x="7853774" y="1925464"/>
                </a:cubicBezTo>
                <a:lnTo>
                  <a:pt x="7853774" y="2219027"/>
                </a:lnTo>
                <a:cubicBezTo>
                  <a:pt x="7853774" y="2239367"/>
                  <a:pt x="7848937" y="2254746"/>
                  <a:pt x="7839264" y="2265164"/>
                </a:cubicBezTo>
                <a:cubicBezTo>
                  <a:pt x="7829590" y="2275582"/>
                  <a:pt x="7817311" y="2280791"/>
                  <a:pt x="7802429" y="2280791"/>
                </a:cubicBezTo>
                <a:cubicBezTo>
                  <a:pt x="7787546" y="2280791"/>
                  <a:pt x="7775454" y="2275458"/>
                  <a:pt x="7766152" y="2264792"/>
                </a:cubicBezTo>
                <a:cubicBezTo>
                  <a:pt x="7756850" y="2254126"/>
                  <a:pt x="7752199" y="2238871"/>
                  <a:pt x="7752199" y="2219027"/>
                </a:cubicBezTo>
                <a:lnTo>
                  <a:pt x="7752199" y="1928440"/>
                </a:lnTo>
                <a:cubicBezTo>
                  <a:pt x="7752199" y="1908349"/>
                  <a:pt x="7756850" y="1893218"/>
                  <a:pt x="7766152" y="1883048"/>
                </a:cubicBezTo>
                <a:cubicBezTo>
                  <a:pt x="7775454" y="1872878"/>
                  <a:pt x="7787546" y="1867793"/>
                  <a:pt x="7802429" y="1867793"/>
                </a:cubicBezTo>
                <a:close/>
                <a:moveTo>
                  <a:pt x="6448241" y="1867793"/>
                </a:moveTo>
                <a:cubicBezTo>
                  <a:pt x="6467837" y="1867793"/>
                  <a:pt x="6480859" y="1874180"/>
                  <a:pt x="6487309" y="1886954"/>
                </a:cubicBezTo>
                <a:cubicBezTo>
                  <a:pt x="6493758" y="1899729"/>
                  <a:pt x="6496983" y="1918146"/>
                  <a:pt x="6496983" y="1942207"/>
                </a:cubicBezTo>
                <a:lnTo>
                  <a:pt x="6496983" y="2237259"/>
                </a:lnTo>
                <a:cubicBezTo>
                  <a:pt x="6496983" y="2270993"/>
                  <a:pt x="6493386" y="2300015"/>
                  <a:pt x="6486193" y="2324323"/>
                </a:cubicBezTo>
                <a:cubicBezTo>
                  <a:pt x="6478999" y="2348632"/>
                  <a:pt x="6467465" y="2368724"/>
                  <a:pt x="6451590" y="2384599"/>
                </a:cubicBezTo>
                <a:cubicBezTo>
                  <a:pt x="6435715" y="2400474"/>
                  <a:pt x="6414941" y="2412256"/>
                  <a:pt x="6389268" y="2419945"/>
                </a:cubicBezTo>
                <a:cubicBezTo>
                  <a:pt x="6363595" y="2427635"/>
                  <a:pt x="6331659" y="2431480"/>
                  <a:pt x="6293460" y="2431480"/>
                </a:cubicBezTo>
                <a:cubicBezTo>
                  <a:pt x="6258486" y="2431480"/>
                  <a:pt x="6227232" y="2426580"/>
                  <a:pt x="6199698" y="2416783"/>
                </a:cubicBezTo>
                <a:cubicBezTo>
                  <a:pt x="6172165" y="2406985"/>
                  <a:pt x="6150957" y="2394335"/>
                  <a:pt x="6136074" y="2378831"/>
                </a:cubicBezTo>
                <a:cubicBezTo>
                  <a:pt x="6121192" y="2363328"/>
                  <a:pt x="6113750" y="2347392"/>
                  <a:pt x="6113750" y="2331020"/>
                </a:cubicBezTo>
                <a:cubicBezTo>
                  <a:pt x="6113750" y="2318618"/>
                  <a:pt x="6117967" y="2308510"/>
                  <a:pt x="6126401" y="2300697"/>
                </a:cubicBezTo>
                <a:cubicBezTo>
                  <a:pt x="6134834" y="2292883"/>
                  <a:pt x="6145004" y="2288976"/>
                  <a:pt x="6156910" y="2288976"/>
                </a:cubicBezTo>
                <a:cubicBezTo>
                  <a:pt x="6171793" y="2288976"/>
                  <a:pt x="6184816" y="2295550"/>
                  <a:pt x="6195978" y="2308696"/>
                </a:cubicBezTo>
                <a:cubicBezTo>
                  <a:pt x="6201435" y="2315394"/>
                  <a:pt x="6207078" y="2322153"/>
                  <a:pt x="6212907" y="2328974"/>
                </a:cubicBezTo>
                <a:cubicBezTo>
                  <a:pt x="6218736" y="2335795"/>
                  <a:pt x="6225185" y="2341625"/>
                  <a:pt x="6232255" y="2346461"/>
                </a:cubicBezTo>
                <a:cubicBezTo>
                  <a:pt x="6239324" y="2351298"/>
                  <a:pt x="6247819" y="2354895"/>
                  <a:pt x="6257741" y="2357251"/>
                </a:cubicBezTo>
                <a:cubicBezTo>
                  <a:pt x="6267663" y="2359608"/>
                  <a:pt x="6279073" y="2360786"/>
                  <a:pt x="6291972" y="2360786"/>
                </a:cubicBezTo>
                <a:cubicBezTo>
                  <a:pt x="6318265" y="2360786"/>
                  <a:pt x="6338667" y="2357127"/>
                  <a:pt x="6353177" y="2349810"/>
                </a:cubicBezTo>
                <a:cubicBezTo>
                  <a:pt x="6367688" y="2342493"/>
                  <a:pt x="6377858" y="2332261"/>
                  <a:pt x="6383687" y="2319114"/>
                </a:cubicBezTo>
                <a:cubicBezTo>
                  <a:pt x="6389516" y="2305968"/>
                  <a:pt x="6392927" y="2291891"/>
                  <a:pt x="6393919" y="2276884"/>
                </a:cubicBezTo>
                <a:cubicBezTo>
                  <a:pt x="6394911" y="2261877"/>
                  <a:pt x="6395655" y="2237755"/>
                  <a:pt x="6396152" y="2204517"/>
                </a:cubicBezTo>
                <a:cubicBezTo>
                  <a:pt x="6380525" y="2226345"/>
                  <a:pt x="6362479" y="2242964"/>
                  <a:pt x="6342015" y="2254374"/>
                </a:cubicBezTo>
                <a:cubicBezTo>
                  <a:pt x="6321551" y="2265784"/>
                  <a:pt x="6297181" y="2271489"/>
                  <a:pt x="6268903" y="2271489"/>
                </a:cubicBezTo>
                <a:cubicBezTo>
                  <a:pt x="6234921" y="2271489"/>
                  <a:pt x="6205217" y="2262808"/>
                  <a:pt x="6179793" y="2245444"/>
                </a:cubicBezTo>
                <a:cubicBezTo>
                  <a:pt x="6154368" y="2228081"/>
                  <a:pt x="6134834" y="2203772"/>
                  <a:pt x="6121192" y="2172518"/>
                </a:cubicBezTo>
                <a:cubicBezTo>
                  <a:pt x="6107549" y="2141265"/>
                  <a:pt x="6100728" y="2105174"/>
                  <a:pt x="6100728" y="2064246"/>
                </a:cubicBezTo>
                <a:cubicBezTo>
                  <a:pt x="6100728" y="2033736"/>
                  <a:pt x="6104882" y="2006203"/>
                  <a:pt x="6113192" y="1981646"/>
                </a:cubicBezTo>
                <a:cubicBezTo>
                  <a:pt x="6121501" y="1957090"/>
                  <a:pt x="6133346" y="1936378"/>
                  <a:pt x="6148725" y="1919511"/>
                </a:cubicBezTo>
                <a:cubicBezTo>
                  <a:pt x="6164103" y="1902643"/>
                  <a:pt x="6181839" y="1889931"/>
                  <a:pt x="6201931" y="1881373"/>
                </a:cubicBezTo>
                <a:cubicBezTo>
                  <a:pt x="6222023" y="1872816"/>
                  <a:pt x="6244099" y="1868537"/>
                  <a:pt x="6268159" y="1868537"/>
                </a:cubicBezTo>
                <a:cubicBezTo>
                  <a:pt x="6296933" y="1868537"/>
                  <a:pt x="6321861" y="1874056"/>
                  <a:pt x="6342945" y="1885094"/>
                </a:cubicBezTo>
                <a:cubicBezTo>
                  <a:pt x="6364029" y="1896132"/>
                  <a:pt x="6383625" y="1913434"/>
                  <a:pt x="6401733" y="1936998"/>
                </a:cubicBezTo>
                <a:lnTo>
                  <a:pt x="6401733" y="1923231"/>
                </a:lnTo>
                <a:cubicBezTo>
                  <a:pt x="6401733" y="1905620"/>
                  <a:pt x="6406073" y="1891977"/>
                  <a:pt x="6414755" y="1882304"/>
                </a:cubicBezTo>
                <a:cubicBezTo>
                  <a:pt x="6423437" y="1872630"/>
                  <a:pt x="6434599" y="1867793"/>
                  <a:pt x="6448241" y="1867793"/>
                </a:cubicBezTo>
                <a:close/>
                <a:moveTo>
                  <a:pt x="5710500" y="1867793"/>
                </a:moveTo>
                <a:cubicBezTo>
                  <a:pt x="5719430" y="1867793"/>
                  <a:pt x="5727492" y="1869901"/>
                  <a:pt x="5734685" y="1874118"/>
                </a:cubicBezTo>
                <a:cubicBezTo>
                  <a:pt x="5741878" y="1878335"/>
                  <a:pt x="5747645" y="1884660"/>
                  <a:pt x="5751986" y="1893094"/>
                </a:cubicBezTo>
                <a:cubicBezTo>
                  <a:pt x="5756327" y="1901527"/>
                  <a:pt x="5758497" y="1911821"/>
                  <a:pt x="5758497" y="1923975"/>
                </a:cubicBezTo>
                <a:lnTo>
                  <a:pt x="5758497" y="1936254"/>
                </a:lnTo>
                <a:cubicBezTo>
                  <a:pt x="5776357" y="1912689"/>
                  <a:pt x="5795891" y="1895388"/>
                  <a:pt x="5817099" y="1884350"/>
                </a:cubicBezTo>
                <a:cubicBezTo>
                  <a:pt x="5838307" y="1873312"/>
                  <a:pt x="5862677" y="1867793"/>
                  <a:pt x="5890210" y="1867793"/>
                </a:cubicBezTo>
                <a:cubicBezTo>
                  <a:pt x="5916999" y="1867793"/>
                  <a:pt x="5940936" y="1873622"/>
                  <a:pt x="5962020" y="1885280"/>
                </a:cubicBezTo>
                <a:cubicBezTo>
                  <a:pt x="5983104" y="1896938"/>
                  <a:pt x="5998855" y="1913434"/>
                  <a:pt x="6009273" y="1934766"/>
                </a:cubicBezTo>
                <a:cubicBezTo>
                  <a:pt x="6015970" y="1947168"/>
                  <a:pt x="6020311" y="1960562"/>
                  <a:pt x="6022295" y="1974949"/>
                </a:cubicBezTo>
                <a:cubicBezTo>
                  <a:pt x="6024280" y="1989336"/>
                  <a:pt x="6025272" y="2007691"/>
                  <a:pt x="6025272" y="2030016"/>
                </a:cubicBezTo>
                <a:lnTo>
                  <a:pt x="6025272" y="2219027"/>
                </a:lnTo>
                <a:cubicBezTo>
                  <a:pt x="6025272" y="2239367"/>
                  <a:pt x="6020621" y="2254746"/>
                  <a:pt x="6011319" y="2265164"/>
                </a:cubicBezTo>
                <a:cubicBezTo>
                  <a:pt x="6002017" y="2275582"/>
                  <a:pt x="5989925" y="2280791"/>
                  <a:pt x="5975042" y="2280791"/>
                </a:cubicBezTo>
                <a:cubicBezTo>
                  <a:pt x="5959912" y="2280791"/>
                  <a:pt x="5947633" y="2275458"/>
                  <a:pt x="5938207" y="2264792"/>
                </a:cubicBezTo>
                <a:cubicBezTo>
                  <a:pt x="5928782" y="2254126"/>
                  <a:pt x="5924069" y="2238871"/>
                  <a:pt x="5924069" y="2219027"/>
                </a:cubicBezTo>
                <a:lnTo>
                  <a:pt x="5924069" y="2049735"/>
                </a:lnTo>
                <a:cubicBezTo>
                  <a:pt x="5924069" y="2016249"/>
                  <a:pt x="5919418" y="1990638"/>
                  <a:pt x="5910116" y="1972903"/>
                </a:cubicBezTo>
                <a:cubicBezTo>
                  <a:pt x="5900814" y="1955167"/>
                  <a:pt x="5882273" y="1946300"/>
                  <a:pt x="5854492" y="1946300"/>
                </a:cubicBezTo>
                <a:cubicBezTo>
                  <a:pt x="5836384" y="1946300"/>
                  <a:pt x="5819889" y="1951695"/>
                  <a:pt x="5805006" y="1962485"/>
                </a:cubicBezTo>
                <a:cubicBezTo>
                  <a:pt x="5790123" y="1973275"/>
                  <a:pt x="5779210" y="1988096"/>
                  <a:pt x="5772264" y="2006947"/>
                </a:cubicBezTo>
                <a:cubicBezTo>
                  <a:pt x="5767303" y="2022078"/>
                  <a:pt x="5764823" y="2050355"/>
                  <a:pt x="5764823" y="2091779"/>
                </a:cubicBezTo>
                <a:lnTo>
                  <a:pt x="5764823" y="2219027"/>
                </a:lnTo>
                <a:cubicBezTo>
                  <a:pt x="5764823" y="2239615"/>
                  <a:pt x="5760048" y="2255056"/>
                  <a:pt x="5750498" y="2265350"/>
                </a:cubicBezTo>
                <a:cubicBezTo>
                  <a:pt x="5740948" y="2275644"/>
                  <a:pt x="5728608" y="2280791"/>
                  <a:pt x="5713477" y="2280791"/>
                </a:cubicBezTo>
                <a:cubicBezTo>
                  <a:pt x="5698842" y="2280791"/>
                  <a:pt x="5686812" y="2275458"/>
                  <a:pt x="5677386" y="2264792"/>
                </a:cubicBezTo>
                <a:cubicBezTo>
                  <a:pt x="5667961" y="2254126"/>
                  <a:pt x="5663247" y="2238871"/>
                  <a:pt x="5663247" y="2219027"/>
                </a:cubicBezTo>
                <a:lnTo>
                  <a:pt x="5663247" y="1925464"/>
                </a:lnTo>
                <a:cubicBezTo>
                  <a:pt x="5663247" y="1906116"/>
                  <a:pt x="5667464" y="1891667"/>
                  <a:pt x="5675898" y="1882118"/>
                </a:cubicBezTo>
                <a:cubicBezTo>
                  <a:pt x="5684332" y="1872568"/>
                  <a:pt x="5695866" y="1867793"/>
                  <a:pt x="5710500" y="1867793"/>
                </a:cubicBezTo>
                <a:close/>
                <a:moveTo>
                  <a:pt x="5506903" y="1867793"/>
                </a:moveTo>
                <a:cubicBezTo>
                  <a:pt x="5521786" y="1867793"/>
                  <a:pt x="5534065" y="1872878"/>
                  <a:pt x="5543738" y="1883048"/>
                </a:cubicBezTo>
                <a:cubicBezTo>
                  <a:pt x="5553412" y="1893218"/>
                  <a:pt x="5558249" y="1907356"/>
                  <a:pt x="5558249" y="1925464"/>
                </a:cubicBezTo>
                <a:lnTo>
                  <a:pt x="5558249" y="2219027"/>
                </a:lnTo>
                <a:cubicBezTo>
                  <a:pt x="5558249" y="2239367"/>
                  <a:pt x="5553412" y="2254746"/>
                  <a:pt x="5543738" y="2265164"/>
                </a:cubicBezTo>
                <a:cubicBezTo>
                  <a:pt x="5534065" y="2275582"/>
                  <a:pt x="5521786" y="2280791"/>
                  <a:pt x="5506903" y="2280791"/>
                </a:cubicBezTo>
                <a:cubicBezTo>
                  <a:pt x="5492021" y="2280791"/>
                  <a:pt x="5479928" y="2275458"/>
                  <a:pt x="5470627" y="2264792"/>
                </a:cubicBezTo>
                <a:cubicBezTo>
                  <a:pt x="5461325" y="2254126"/>
                  <a:pt x="5456674" y="2238871"/>
                  <a:pt x="5456674" y="2219027"/>
                </a:cubicBezTo>
                <a:lnTo>
                  <a:pt x="5456674" y="1928440"/>
                </a:lnTo>
                <a:cubicBezTo>
                  <a:pt x="5456674" y="1908349"/>
                  <a:pt x="5461325" y="1893218"/>
                  <a:pt x="5470627" y="1883048"/>
                </a:cubicBezTo>
                <a:cubicBezTo>
                  <a:pt x="5479928" y="1872878"/>
                  <a:pt x="5492021" y="1867793"/>
                  <a:pt x="5506903" y="1867793"/>
                </a:cubicBezTo>
                <a:close/>
                <a:moveTo>
                  <a:pt x="4714840" y="1867793"/>
                </a:moveTo>
                <a:cubicBezTo>
                  <a:pt x="4681850" y="1867793"/>
                  <a:pt x="4665355" y="1890613"/>
                  <a:pt x="4665355" y="1936254"/>
                </a:cubicBezTo>
                <a:lnTo>
                  <a:pt x="4665355" y="2219027"/>
                </a:lnTo>
                <a:cubicBezTo>
                  <a:pt x="4665355" y="2239367"/>
                  <a:pt x="4670068" y="2254746"/>
                  <a:pt x="4679494" y="2265164"/>
                </a:cubicBezTo>
                <a:cubicBezTo>
                  <a:pt x="4688919" y="2275582"/>
                  <a:pt x="4700950" y="2280791"/>
                  <a:pt x="4715584" y="2280791"/>
                </a:cubicBezTo>
                <a:cubicBezTo>
                  <a:pt x="4730467" y="2280791"/>
                  <a:pt x="4742746" y="2275644"/>
                  <a:pt x="4752419" y="2265350"/>
                </a:cubicBezTo>
                <a:cubicBezTo>
                  <a:pt x="4762093" y="2255056"/>
                  <a:pt x="4766930" y="2239615"/>
                  <a:pt x="4766930" y="2219027"/>
                </a:cubicBezTo>
                <a:lnTo>
                  <a:pt x="4766930" y="2134195"/>
                </a:lnTo>
                <a:cubicBezTo>
                  <a:pt x="4766930" y="2103685"/>
                  <a:pt x="4767922" y="2077827"/>
                  <a:pt x="4769907" y="2056619"/>
                </a:cubicBezTo>
                <a:cubicBezTo>
                  <a:pt x="4771891" y="2035411"/>
                  <a:pt x="4775488" y="2017117"/>
                  <a:pt x="4780697" y="2001738"/>
                </a:cubicBezTo>
                <a:cubicBezTo>
                  <a:pt x="4785906" y="1986359"/>
                  <a:pt x="4793223" y="1974763"/>
                  <a:pt x="4802649" y="1966950"/>
                </a:cubicBezTo>
                <a:cubicBezTo>
                  <a:pt x="4812075" y="1959136"/>
                  <a:pt x="4824229" y="1955229"/>
                  <a:pt x="4839112" y="1955229"/>
                </a:cubicBezTo>
                <a:cubicBezTo>
                  <a:pt x="4850026" y="1955229"/>
                  <a:pt x="4862614" y="1957524"/>
                  <a:pt x="4876877" y="1962113"/>
                </a:cubicBezTo>
                <a:cubicBezTo>
                  <a:pt x="4891140" y="1966702"/>
                  <a:pt x="4900131" y="1968996"/>
                  <a:pt x="4903852" y="1968996"/>
                </a:cubicBezTo>
                <a:cubicBezTo>
                  <a:pt x="4913774" y="1968996"/>
                  <a:pt x="4923014" y="1964965"/>
                  <a:pt x="4931571" y="1956904"/>
                </a:cubicBezTo>
                <a:cubicBezTo>
                  <a:pt x="4940129" y="1948842"/>
                  <a:pt x="4944408" y="1938610"/>
                  <a:pt x="4944408" y="1926208"/>
                </a:cubicBezTo>
                <a:cubicBezTo>
                  <a:pt x="4944408" y="1908597"/>
                  <a:pt x="4934362" y="1894458"/>
                  <a:pt x="4914270" y="1883792"/>
                </a:cubicBezTo>
                <a:cubicBezTo>
                  <a:pt x="4894178" y="1873126"/>
                  <a:pt x="4873466" y="1867793"/>
                  <a:pt x="4852134" y="1867793"/>
                </a:cubicBezTo>
                <a:cubicBezTo>
                  <a:pt x="4830802" y="1867793"/>
                  <a:pt x="4813749" y="1873126"/>
                  <a:pt x="4800975" y="1883792"/>
                </a:cubicBezTo>
                <a:cubicBezTo>
                  <a:pt x="4788200" y="1894458"/>
                  <a:pt x="4775736" y="1910209"/>
                  <a:pt x="4763581" y="1931045"/>
                </a:cubicBezTo>
                <a:cubicBezTo>
                  <a:pt x="4762837" y="1910209"/>
                  <a:pt x="4758745" y="1894458"/>
                  <a:pt x="4751303" y="1883792"/>
                </a:cubicBezTo>
                <a:cubicBezTo>
                  <a:pt x="4743862" y="1873126"/>
                  <a:pt x="4731708" y="1867793"/>
                  <a:pt x="4714840" y="1867793"/>
                </a:cubicBezTo>
                <a:close/>
                <a:moveTo>
                  <a:pt x="6970256" y="1867049"/>
                </a:moveTo>
                <a:cubicBezTo>
                  <a:pt x="7009944" y="1867049"/>
                  <a:pt x="7043988" y="1875420"/>
                  <a:pt x="7072389" y="1892163"/>
                </a:cubicBezTo>
                <a:cubicBezTo>
                  <a:pt x="7100791" y="1908907"/>
                  <a:pt x="7122061" y="1930549"/>
                  <a:pt x="7136200" y="1957090"/>
                </a:cubicBezTo>
                <a:cubicBezTo>
                  <a:pt x="7150338" y="1983631"/>
                  <a:pt x="7157408" y="2010668"/>
                  <a:pt x="7157408" y="2038201"/>
                </a:cubicBezTo>
                <a:cubicBezTo>
                  <a:pt x="7157408" y="2063750"/>
                  <a:pt x="7150090" y="2080307"/>
                  <a:pt x="7135455" y="2087872"/>
                </a:cubicBezTo>
                <a:cubicBezTo>
                  <a:pt x="7120821" y="2095438"/>
                  <a:pt x="7100233" y="2099221"/>
                  <a:pt x="7073692" y="2099221"/>
                </a:cubicBezTo>
                <a:lnTo>
                  <a:pt x="6875006" y="2099221"/>
                </a:lnTo>
                <a:cubicBezTo>
                  <a:pt x="6875254" y="2122289"/>
                  <a:pt x="6879905" y="2142629"/>
                  <a:pt x="6888959" y="2160240"/>
                </a:cubicBezTo>
                <a:cubicBezTo>
                  <a:pt x="6898012" y="2177851"/>
                  <a:pt x="6910043" y="2191122"/>
                  <a:pt x="6925049" y="2200052"/>
                </a:cubicBezTo>
                <a:cubicBezTo>
                  <a:pt x="6940056" y="2208981"/>
                  <a:pt x="6956614" y="2213446"/>
                  <a:pt x="6974721" y="2213446"/>
                </a:cubicBezTo>
                <a:cubicBezTo>
                  <a:pt x="6986875" y="2213446"/>
                  <a:pt x="6997975" y="2212020"/>
                  <a:pt x="7008021" y="2209168"/>
                </a:cubicBezTo>
                <a:cubicBezTo>
                  <a:pt x="7018067" y="2206315"/>
                  <a:pt x="7027803" y="2201850"/>
                  <a:pt x="7037229" y="2195773"/>
                </a:cubicBezTo>
                <a:cubicBezTo>
                  <a:pt x="7046655" y="2189696"/>
                  <a:pt x="7055336" y="2183184"/>
                  <a:pt x="7063274" y="2176239"/>
                </a:cubicBezTo>
                <a:cubicBezTo>
                  <a:pt x="7071211" y="2169294"/>
                  <a:pt x="7081505" y="2159868"/>
                  <a:pt x="7094156" y="2147962"/>
                </a:cubicBezTo>
                <a:cubicBezTo>
                  <a:pt x="7099365" y="2143497"/>
                  <a:pt x="7106806" y="2141265"/>
                  <a:pt x="7116480" y="2141265"/>
                </a:cubicBezTo>
                <a:cubicBezTo>
                  <a:pt x="7126898" y="2141265"/>
                  <a:pt x="7135331" y="2144117"/>
                  <a:pt x="7141781" y="2149822"/>
                </a:cubicBezTo>
                <a:cubicBezTo>
                  <a:pt x="7148230" y="2155527"/>
                  <a:pt x="7151454" y="2163589"/>
                  <a:pt x="7151454" y="2174007"/>
                </a:cubicBezTo>
                <a:cubicBezTo>
                  <a:pt x="7151454" y="2183184"/>
                  <a:pt x="7147858" y="2193913"/>
                  <a:pt x="7140664" y="2206191"/>
                </a:cubicBezTo>
                <a:cubicBezTo>
                  <a:pt x="7133471" y="2218469"/>
                  <a:pt x="7122619" y="2230252"/>
                  <a:pt x="7108108" y="2241538"/>
                </a:cubicBezTo>
                <a:cubicBezTo>
                  <a:pt x="7093597" y="2252824"/>
                  <a:pt x="7075366" y="2262187"/>
                  <a:pt x="7053414" y="2269629"/>
                </a:cubicBezTo>
                <a:cubicBezTo>
                  <a:pt x="7031462" y="2277070"/>
                  <a:pt x="7006223" y="2280791"/>
                  <a:pt x="6977697" y="2280791"/>
                </a:cubicBezTo>
                <a:cubicBezTo>
                  <a:pt x="6912461" y="2280791"/>
                  <a:pt x="6861736" y="2262187"/>
                  <a:pt x="6825521" y="2224980"/>
                </a:cubicBezTo>
                <a:cubicBezTo>
                  <a:pt x="6789306" y="2187773"/>
                  <a:pt x="6771198" y="2137296"/>
                  <a:pt x="6771198" y="2073548"/>
                </a:cubicBezTo>
                <a:cubicBezTo>
                  <a:pt x="6771198" y="2043534"/>
                  <a:pt x="6775663" y="2015691"/>
                  <a:pt x="6784593" y="1990018"/>
                </a:cubicBezTo>
                <a:cubicBezTo>
                  <a:pt x="6793523" y="1964345"/>
                  <a:pt x="6806545" y="1942331"/>
                  <a:pt x="6823660" y="1923975"/>
                </a:cubicBezTo>
                <a:cubicBezTo>
                  <a:pt x="6840776" y="1905620"/>
                  <a:pt x="6861860" y="1891543"/>
                  <a:pt x="6886912" y="1881746"/>
                </a:cubicBezTo>
                <a:cubicBezTo>
                  <a:pt x="6911965" y="1871948"/>
                  <a:pt x="6939746" y="1867049"/>
                  <a:pt x="6970256" y="1867049"/>
                </a:cubicBezTo>
                <a:close/>
                <a:moveTo>
                  <a:pt x="4383400" y="1867049"/>
                </a:moveTo>
                <a:cubicBezTo>
                  <a:pt x="4343465" y="1867049"/>
                  <a:pt x="4310102" y="1872506"/>
                  <a:pt x="4283313" y="1883420"/>
                </a:cubicBezTo>
                <a:cubicBezTo>
                  <a:pt x="4256525" y="1894334"/>
                  <a:pt x="4236804" y="1908225"/>
                  <a:pt x="4224155" y="1925092"/>
                </a:cubicBezTo>
                <a:cubicBezTo>
                  <a:pt x="4211504" y="1941959"/>
                  <a:pt x="4205179" y="1959322"/>
                  <a:pt x="4205179" y="1977182"/>
                </a:cubicBezTo>
                <a:cubicBezTo>
                  <a:pt x="4205179" y="1988592"/>
                  <a:pt x="4209334" y="1997955"/>
                  <a:pt x="4217643" y="2005273"/>
                </a:cubicBezTo>
                <a:cubicBezTo>
                  <a:pt x="4225953" y="2012590"/>
                  <a:pt x="4235812" y="2016249"/>
                  <a:pt x="4247222" y="2016249"/>
                </a:cubicBezTo>
                <a:cubicBezTo>
                  <a:pt x="4259873" y="2016249"/>
                  <a:pt x="4268120" y="2013954"/>
                  <a:pt x="4271966" y="2009366"/>
                </a:cubicBezTo>
                <a:cubicBezTo>
                  <a:pt x="4275810" y="2004777"/>
                  <a:pt x="4282383" y="1995289"/>
                  <a:pt x="4291685" y="1980902"/>
                </a:cubicBezTo>
                <a:cubicBezTo>
                  <a:pt x="4300987" y="1966516"/>
                  <a:pt x="4312149" y="1955725"/>
                  <a:pt x="4325171" y="1948532"/>
                </a:cubicBezTo>
                <a:cubicBezTo>
                  <a:pt x="4338194" y="1941339"/>
                  <a:pt x="4357603" y="1937742"/>
                  <a:pt x="4383400" y="1937742"/>
                </a:cubicBezTo>
                <a:cubicBezTo>
                  <a:pt x="4413414" y="1937742"/>
                  <a:pt x="4433196" y="1944005"/>
                  <a:pt x="4442745" y="1956532"/>
                </a:cubicBezTo>
                <a:cubicBezTo>
                  <a:pt x="4452295" y="1969058"/>
                  <a:pt x="4457690" y="1988716"/>
                  <a:pt x="4458930" y="2015505"/>
                </a:cubicBezTo>
                <a:cubicBezTo>
                  <a:pt x="4437598" y="2021706"/>
                  <a:pt x="4417817" y="2026977"/>
                  <a:pt x="4399585" y="2031318"/>
                </a:cubicBezTo>
                <a:cubicBezTo>
                  <a:pt x="4381354" y="2035659"/>
                  <a:pt x="4359464" y="2040434"/>
                  <a:pt x="4333915" y="2045643"/>
                </a:cubicBezTo>
                <a:cubicBezTo>
                  <a:pt x="4308366" y="2050851"/>
                  <a:pt x="4292367" y="2054200"/>
                  <a:pt x="4285918" y="2055688"/>
                </a:cubicBezTo>
                <a:cubicBezTo>
                  <a:pt x="4255160" y="2062386"/>
                  <a:pt x="4230976" y="2075532"/>
                  <a:pt x="4213365" y="2095128"/>
                </a:cubicBezTo>
                <a:cubicBezTo>
                  <a:pt x="4195753" y="2114724"/>
                  <a:pt x="4186948" y="2138412"/>
                  <a:pt x="4186948" y="2166193"/>
                </a:cubicBezTo>
                <a:cubicBezTo>
                  <a:pt x="4186948" y="2186781"/>
                  <a:pt x="4192281" y="2205881"/>
                  <a:pt x="4202947" y="2223492"/>
                </a:cubicBezTo>
                <a:cubicBezTo>
                  <a:pt x="4213613" y="2241103"/>
                  <a:pt x="4228805" y="2255056"/>
                  <a:pt x="4248525" y="2265350"/>
                </a:cubicBezTo>
                <a:cubicBezTo>
                  <a:pt x="4268245" y="2275644"/>
                  <a:pt x="4291127" y="2280791"/>
                  <a:pt x="4317172" y="2280791"/>
                </a:cubicBezTo>
                <a:cubicBezTo>
                  <a:pt x="4345697" y="2280791"/>
                  <a:pt x="4371432" y="2276016"/>
                  <a:pt x="4394376" y="2266466"/>
                </a:cubicBezTo>
                <a:cubicBezTo>
                  <a:pt x="4417321" y="2256917"/>
                  <a:pt x="4441071" y="2242592"/>
                  <a:pt x="4465628" y="2223492"/>
                </a:cubicBezTo>
                <a:cubicBezTo>
                  <a:pt x="4477038" y="2242096"/>
                  <a:pt x="4487828" y="2256296"/>
                  <a:pt x="4497998" y="2266094"/>
                </a:cubicBezTo>
                <a:cubicBezTo>
                  <a:pt x="4508168" y="2275892"/>
                  <a:pt x="4518462" y="2280791"/>
                  <a:pt x="4528880" y="2280791"/>
                </a:cubicBezTo>
                <a:cubicBezTo>
                  <a:pt x="4541282" y="2280791"/>
                  <a:pt x="4552382" y="2276512"/>
                  <a:pt x="4562180" y="2267955"/>
                </a:cubicBezTo>
                <a:cubicBezTo>
                  <a:pt x="4571978" y="2259397"/>
                  <a:pt x="4576877" y="2249909"/>
                  <a:pt x="4576877" y="2239491"/>
                </a:cubicBezTo>
                <a:cubicBezTo>
                  <a:pt x="4576877" y="2233538"/>
                  <a:pt x="4573714" y="2220206"/>
                  <a:pt x="4567389" y="2199494"/>
                </a:cubicBezTo>
                <a:cubicBezTo>
                  <a:pt x="4561064" y="2178782"/>
                  <a:pt x="4557901" y="2158876"/>
                  <a:pt x="4557901" y="2139776"/>
                </a:cubicBezTo>
                <a:cubicBezTo>
                  <a:pt x="4558149" y="2119436"/>
                  <a:pt x="4558335" y="2100957"/>
                  <a:pt x="4558459" y="2084338"/>
                </a:cubicBezTo>
                <a:cubicBezTo>
                  <a:pt x="4558583" y="2067719"/>
                  <a:pt x="4558645" y="2047503"/>
                  <a:pt x="4558645" y="2023690"/>
                </a:cubicBezTo>
                <a:cubicBezTo>
                  <a:pt x="4558645" y="1985987"/>
                  <a:pt x="4553374" y="1955725"/>
                  <a:pt x="4542832" y="1932905"/>
                </a:cubicBezTo>
                <a:cubicBezTo>
                  <a:pt x="4532290" y="1910085"/>
                  <a:pt x="4514245" y="1893404"/>
                  <a:pt x="4488696" y="1882862"/>
                </a:cubicBezTo>
                <a:cubicBezTo>
                  <a:pt x="4463147" y="1872320"/>
                  <a:pt x="4428048" y="1867049"/>
                  <a:pt x="4383400" y="1867049"/>
                </a:cubicBezTo>
                <a:close/>
                <a:moveTo>
                  <a:pt x="3931782" y="1867049"/>
                </a:moveTo>
                <a:cubicBezTo>
                  <a:pt x="3901272" y="1867049"/>
                  <a:pt x="3873490" y="1871948"/>
                  <a:pt x="3848438" y="1881746"/>
                </a:cubicBezTo>
                <a:cubicBezTo>
                  <a:pt x="3823385" y="1891543"/>
                  <a:pt x="3802301" y="1905620"/>
                  <a:pt x="3785186" y="1923975"/>
                </a:cubicBezTo>
                <a:cubicBezTo>
                  <a:pt x="3768071" y="1942331"/>
                  <a:pt x="3755048" y="1964345"/>
                  <a:pt x="3746119" y="1990018"/>
                </a:cubicBezTo>
                <a:cubicBezTo>
                  <a:pt x="3737189" y="2015691"/>
                  <a:pt x="3732724" y="2043534"/>
                  <a:pt x="3732724" y="2073548"/>
                </a:cubicBezTo>
                <a:cubicBezTo>
                  <a:pt x="3732724" y="2137296"/>
                  <a:pt x="3750831" y="2187773"/>
                  <a:pt x="3787046" y="2224980"/>
                </a:cubicBezTo>
                <a:cubicBezTo>
                  <a:pt x="3823261" y="2262187"/>
                  <a:pt x="3873986" y="2280791"/>
                  <a:pt x="3939223" y="2280791"/>
                </a:cubicBezTo>
                <a:cubicBezTo>
                  <a:pt x="3967748" y="2280791"/>
                  <a:pt x="3992987" y="2277070"/>
                  <a:pt x="4014939" y="2269629"/>
                </a:cubicBezTo>
                <a:cubicBezTo>
                  <a:pt x="4036892" y="2262187"/>
                  <a:pt x="4055123" y="2252824"/>
                  <a:pt x="4069634" y="2241538"/>
                </a:cubicBezTo>
                <a:cubicBezTo>
                  <a:pt x="4084144" y="2230252"/>
                  <a:pt x="4094996" y="2218469"/>
                  <a:pt x="4102190" y="2206191"/>
                </a:cubicBezTo>
                <a:cubicBezTo>
                  <a:pt x="4109383" y="2193912"/>
                  <a:pt x="4112980" y="2183184"/>
                  <a:pt x="4112980" y="2174007"/>
                </a:cubicBezTo>
                <a:cubicBezTo>
                  <a:pt x="4112980" y="2163589"/>
                  <a:pt x="4109755" y="2155527"/>
                  <a:pt x="4103306" y="2149822"/>
                </a:cubicBezTo>
                <a:cubicBezTo>
                  <a:pt x="4096857" y="2144117"/>
                  <a:pt x="4088423" y="2141265"/>
                  <a:pt x="4078005" y="2141265"/>
                </a:cubicBezTo>
                <a:cubicBezTo>
                  <a:pt x="4068332" y="2141265"/>
                  <a:pt x="4060890" y="2143497"/>
                  <a:pt x="4055681" y="2147962"/>
                </a:cubicBezTo>
                <a:cubicBezTo>
                  <a:pt x="4043031" y="2159868"/>
                  <a:pt x="4032736" y="2169294"/>
                  <a:pt x="4024799" y="2176239"/>
                </a:cubicBezTo>
                <a:cubicBezTo>
                  <a:pt x="4016862" y="2183184"/>
                  <a:pt x="4008180" y="2189696"/>
                  <a:pt x="3998754" y="2195773"/>
                </a:cubicBezTo>
                <a:cubicBezTo>
                  <a:pt x="3989329" y="2201850"/>
                  <a:pt x="3979592" y="2206315"/>
                  <a:pt x="3969547" y="2209168"/>
                </a:cubicBezTo>
                <a:cubicBezTo>
                  <a:pt x="3959500" y="2212020"/>
                  <a:pt x="3948401" y="2213446"/>
                  <a:pt x="3936247" y="2213446"/>
                </a:cubicBezTo>
                <a:cubicBezTo>
                  <a:pt x="3918139" y="2213446"/>
                  <a:pt x="3901582" y="2208981"/>
                  <a:pt x="3886575" y="2200052"/>
                </a:cubicBezTo>
                <a:cubicBezTo>
                  <a:pt x="3871568" y="2191122"/>
                  <a:pt x="3859537" y="2177851"/>
                  <a:pt x="3850484" y="2160240"/>
                </a:cubicBezTo>
                <a:cubicBezTo>
                  <a:pt x="3841430" y="2142629"/>
                  <a:pt x="3836780" y="2122289"/>
                  <a:pt x="3836532" y="2099221"/>
                </a:cubicBezTo>
                <a:lnTo>
                  <a:pt x="4035217" y="2099221"/>
                </a:lnTo>
                <a:cubicBezTo>
                  <a:pt x="4061758" y="2099221"/>
                  <a:pt x="4082346" y="2095438"/>
                  <a:pt x="4096981" y="2087872"/>
                </a:cubicBezTo>
                <a:cubicBezTo>
                  <a:pt x="4111616" y="2080307"/>
                  <a:pt x="4118933" y="2063750"/>
                  <a:pt x="4118933" y="2038201"/>
                </a:cubicBezTo>
                <a:cubicBezTo>
                  <a:pt x="4118933" y="2010668"/>
                  <a:pt x="4111864" y="1983631"/>
                  <a:pt x="4097725" y="1957090"/>
                </a:cubicBezTo>
                <a:cubicBezTo>
                  <a:pt x="4083587" y="1930549"/>
                  <a:pt x="4062316" y="1908907"/>
                  <a:pt x="4033915" y="1892163"/>
                </a:cubicBezTo>
                <a:cubicBezTo>
                  <a:pt x="4005514" y="1875420"/>
                  <a:pt x="3971470" y="1867049"/>
                  <a:pt x="3931782" y="1867049"/>
                </a:cubicBezTo>
                <a:close/>
                <a:moveTo>
                  <a:pt x="9128189" y="1726034"/>
                </a:moveTo>
                <a:lnTo>
                  <a:pt x="9162420" y="1726034"/>
                </a:lnTo>
                <a:cubicBezTo>
                  <a:pt x="9183007" y="1726034"/>
                  <a:pt x="9197953" y="1727894"/>
                  <a:pt x="9207254" y="1731615"/>
                </a:cubicBezTo>
                <a:cubicBezTo>
                  <a:pt x="9216556" y="1735336"/>
                  <a:pt x="9223439" y="1742033"/>
                  <a:pt x="9227904" y="1751707"/>
                </a:cubicBezTo>
                <a:cubicBezTo>
                  <a:pt x="9232369" y="1761381"/>
                  <a:pt x="9237454" y="1777132"/>
                  <a:pt x="9243159" y="1798960"/>
                </a:cubicBezTo>
                <a:lnTo>
                  <a:pt x="9322410" y="2097732"/>
                </a:lnTo>
                <a:lnTo>
                  <a:pt x="9401661" y="1798960"/>
                </a:lnTo>
                <a:cubicBezTo>
                  <a:pt x="9407366" y="1777132"/>
                  <a:pt x="9412451" y="1761381"/>
                  <a:pt x="9416916" y="1751707"/>
                </a:cubicBezTo>
                <a:cubicBezTo>
                  <a:pt x="9421381" y="1742033"/>
                  <a:pt x="9428264" y="1735336"/>
                  <a:pt x="9437566" y="1731615"/>
                </a:cubicBezTo>
                <a:cubicBezTo>
                  <a:pt x="9446867" y="1727894"/>
                  <a:pt x="9461813" y="1726034"/>
                  <a:pt x="9482400" y="1726034"/>
                </a:cubicBezTo>
                <a:lnTo>
                  <a:pt x="9516631" y="1726034"/>
                </a:lnTo>
                <a:cubicBezTo>
                  <a:pt x="9537715" y="1726034"/>
                  <a:pt x="9554458" y="1730189"/>
                  <a:pt x="9566860" y="1738498"/>
                </a:cubicBezTo>
                <a:cubicBezTo>
                  <a:pt x="9579263" y="1746808"/>
                  <a:pt x="9585463" y="1762869"/>
                  <a:pt x="9585463" y="1786682"/>
                </a:cubicBezTo>
                <a:lnTo>
                  <a:pt x="9585463" y="2218283"/>
                </a:lnTo>
                <a:cubicBezTo>
                  <a:pt x="9585463" y="2239119"/>
                  <a:pt x="9580813" y="2254746"/>
                  <a:pt x="9571511" y="2265164"/>
                </a:cubicBezTo>
                <a:cubicBezTo>
                  <a:pt x="9562209" y="2275582"/>
                  <a:pt x="9549745" y="2280791"/>
                  <a:pt x="9534118" y="2280791"/>
                </a:cubicBezTo>
                <a:cubicBezTo>
                  <a:pt x="9519483" y="2280791"/>
                  <a:pt x="9507453" y="2275582"/>
                  <a:pt x="9498027" y="2265164"/>
                </a:cubicBezTo>
                <a:cubicBezTo>
                  <a:pt x="9488601" y="2254746"/>
                  <a:pt x="9483889" y="2239119"/>
                  <a:pt x="9483889" y="2218283"/>
                </a:cubicBezTo>
                <a:lnTo>
                  <a:pt x="9483889" y="1841748"/>
                </a:lnTo>
                <a:lnTo>
                  <a:pt x="9396452" y="2189262"/>
                </a:lnTo>
                <a:cubicBezTo>
                  <a:pt x="9390747" y="2211834"/>
                  <a:pt x="9386096" y="2228391"/>
                  <a:pt x="9382499" y="2238933"/>
                </a:cubicBezTo>
                <a:cubicBezTo>
                  <a:pt x="9378903" y="2249475"/>
                  <a:pt x="9372267" y="2259087"/>
                  <a:pt x="9362593" y="2267768"/>
                </a:cubicBezTo>
                <a:cubicBezTo>
                  <a:pt x="9352920" y="2276450"/>
                  <a:pt x="9339525" y="2280791"/>
                  <a:pt x="9322410" y="2280791"/>
                </a:cubicBezTo>
                <a:cubicBezTo>
                  <a:pt x="9309511" y="2280791"/>
                  <a:pt x="9298597" y="2278000"/>
                  <a:pt x="9289668" y="2272419"/>
                </a:cubicBezTo>
                <a:cubicBezTo>
                  <a:pt x="9280738" y="2266838"/>
                  <a:pt x="9273793" y="2259707"/>
                  <a:pt x="9268832" y="2251025"/>
                </a:cubicBezTo>
                <a:cubicBezTo>
                  <a:pt x="9263871" y="2242344"/>
                  <a:pt x="9259965" y="2232732"/>
                  <a:pt x="9257111" y="2222190"/>
                </a:cubicBezTo>
                <a:cubicBezTo>
                  <a:pt x="9254259" y="2211648"/>
                  <a:pt x="9251345" y="2200672"/>
                  <a:pt x="9248368" y="2189262"/>
                </a:cubicBezTo>
                <a:lnTo>
                  <a:pt x="9160931" y="1841748"/>
                </a:lnTo>
                <a:lnTo>
                  <a:pt x="9160931" y="2218283"/>
                </a:lnTo>
                <a:cubicBezTo>
                  <a:pt x="9160931" y="2239119"/>
                  <a:pt x="9156281" y="2254746"/>
                  <a:pt x="9146979" y="2265164"/>
                </a:cubicBezTo>
                <a:cubicBezTo>
                  <a:pt x="9137677" y="2275582"/>
                  <a:pt x="9125337" y="2280791"/>
                  <a:pt x="9109958" y="2280791"/>
                </a:cubicBezTo>
                <a:cubicBezTo>
                  <a:pt x="9095075" y="2280791"/>
                  <a:pt x="9082921" y="2275644"/>
                  <a:pt x="9073495" y="2265350"/>
                </a:cubicBezTo>
                <a:cubicBezTo>
                  <a:pt x="9064069" y="2255056"/>
                  <a:pt x="9059357" y="2239367"/>
                  <a:pt x="9059357" y="2218283"/>
                </a:cubicBezTo>
                <a:lnTo>
                  <a:pt x="9059357" y="1786682"/>
                </a:lnTo>
                <a:cubicBezTo>
                  <a:pt x="9059357" y="1762869"/>
                  <a:pt x="9065557" y="1746808"/>
                  <a:pt x="9077960" y="1738498"/>
                </a:cubicBezTo>
                <a:cubicBezTo>
                  <a:pt x="9090362" y="1730189"/>
                  <a:pt x="9107105" y="1726034"/>
                  <a:pt x="9128189" y="1726034"/>
                </a:cubicBezTo>
                <a:close/>
                <a:moveTo>
                  <a:pt x="7803545" y="1721197"/>
                </a:moveTo>
                <a:cubicBezTo>
                  <a:pt x="7816691" y="1721197"/>
                  <a:pt x="7828350" y="1725414"/>
                  <a:pt x="7838519" y="1733847"/>
                </a:cubicBezTo>
                <a:cubicBezTo>
                  <a:pt x="7848689" y="1742281"/>
                  <a:pt x="7853774" y="1754559"/>
                  <a:pt x="7853774" y="1770683"/>
                </a:cubicBezTo>
                <a:cubicBezTo>
                  <a:pt x="7853774" y="1786309"/>
                  <a:pt x="7848814" y="1798526"/>
                  <a:pt x="7838892" y="1807331"/>
                </a:cubicBezTo>
                <a:cubicBezTo>
                  <a:pt x="7828969" y="1816137"/>
                  <a:pt x="7817188" y="1820540"/>
                  <a:pt x="7803545" y="1820540"/>
                </a:cubicBezTo>
                <a:cubicBezTo>
                  <a:pt x="7789406" y="1820540"/>
                  <a:pt x="7777314" y="1816199"/>
                  <a:pt x="7767268" y="1807517"/>
                </a:cubicBezTo>
                <a:cubicBezTo>
                  <a:pt x="7757222" y="1798836"/>
                  <a:pt x="7752199" y="1786557"/>
                  <a:pt x="7752199" y="1770683"/>
                </a:cubicBezTo>
                <a:cubicBezTo>
                  <a:pt x="7752199" y="1756296"/>
                  <a:pt x="7757346" y="1744452"/>
                  <a:pt x="7767640" y="1735150"/>
                </a:cubicBezTo>
                <a:cubicBezTo>
                  <a:pt x="7777934" y="1725848"/>
                  <a:pt x="7789902" y="1721197"/>
                  <a:pt x="7803545" y="1721197"/>
                </a:cubicBezTo>
                <a:close/>
                <a:moveTo>
                  <a:pt x="5508020" y="1721197"/>
                </a:moveTo>
                <a:cubicBezTo>
                  <a:pt x="5521166" y="1721197"/>
                  <a:pt x="5532825" y="1725414"/>
                  <a:pt x="5542994" y="1733847"/>
                </a:cubicBezTo>
                <a:cubicBezTo>
                  <a:pt x="5553164" y="1742281"/>
                  <a:pt x="5558249" y="1754559"/>
                  <a:pt x="5558249" y="1770683"/>
                </a:cubicBezTo>
                <a:cubicBezTo>
                  <a:pt x="5558249" y="1786309"/>
                  <a:pt x="5553288" y="1798526"/>
                  <a:pt x="5543366" y="1807331"/>
                </a:cubicBezTo>
                <a:cubicBezTo>
                  <a:pt x="5533445" y="1816137"/>
                  <a:pt x="5521662" y="1820540"/>
                  <a:pt x="5508020" y="1820540"/>
                </a:cubicBezTo>
                <a:cubicBezTo>
                  <a:pt x="5493881" y="1820540"/>
                  <a:pt x="5481789" y="1816199"/>
                  <a:pt x="5471743" y="1807517"/>
                </a:cubicBezTo>
                <a:cubicBezTo>
                  <a:pt x="5461697" y="1798836"/>
                  <a:pt x="5456674" y="1786557"/>
                  <a:pt x="5456674" y="1770683"/>
                </a:cubicBezTo>
                <a:cubicBezTo>
                  <a:pt x="5456674" y="1756296"/>
                  <a:pt x="5461821" y="1744452"/>
                  <a:pt x="5472115" y="1735150"/>
                </a:cubicBezTo>
                <a:cubicBezTo>
                  <a:pt x="5482409" y="1725848"/>
                  <a:pt x="5494377" y="1721197"/>
                  <a:pt x="5508020" y="1721197"/>
                </a:cubicBezTo>
                <a:close/>
                <a:moveTo>
                  <a:pt x="7450897" y="1716732"/>
                </a:moveTo>
                <a:cubicBezTo>
                  <a:pt x="7484383" y="1716732"/>
                  <a:pt x="7513342" y="1720887"/>
                  <a:pt x="7537775" y="1729197"/>
                </a:cubicBezTo>
                <a:cubicBezTo>
                  <a:pt x="7562208" y="1737506"/>
                  <a:pt x="7582485" y="1748544"/>
                  <a:pt x="7598609" y="1762311"/>
                </a:cubicBezTo>
                <a:cubicBezTo>
                  <a:pt x="7614732" y="1776078"/>
                  <a:pt x="7626514" y="1790526"/>
                  <a:pt x="7633955" y="1805657"/>
                </a:cubicBezTo>
                <a:cubicBezTo>
                  <a:pt x="7641397" y="1820788"/>
                  <a:pt x="7645117" y="1835547"/>
                  <a:pt x="7645117" y="1849933"/>
                </a:cubicBezTo>
                <a:cubicBezTo>
                  <a:pt x="7645117" y="1863080"/>
                  <a:pt x="7640466" y="1874924"/>
                  <a:pt x="7631165" y="1885466"/>
                </a:cubicBezTo>
                <a:cubicBezTo>
                  <a:pt x="7621863" y="1896008"/>
                  <a:pt x="7610267" y="1901279"/>
                  <a:pt x="7596376" y="1901279"/>
                </a:cubicBezTo>
                <a:cubicBezTo>
                  <a:pt x="7583726" y="1901279"/>
                  <a:pt x="7574114" y="1898117"/>
                  <a:pt x="7567541" y="1891791"/>
                </a:cubicBezTo>
                <a:cubicBezTo>
                  <a:pt x="7560967" y="1885466"/>
                  <a:pt x="7553836" y="1875110"/>
                  <a:pt x="7546147" y="1860724"/>
                </a:cubicBezTo>
                <a:cubicBezTo>
                  <a:pt x="7536225" y="1840136"/>
                  <a:pt x="7524319" y="1824075"/>
                  <a:pt x="7510428" y="1812540"/>
                </a:cubicBezTo>
                <a:cubicBezTo>
                  <a:pt x="7496537" y="1801006"/>
                  <a:pt x="7474213" y="1795239"/>
                  <a:pt x="7443455" y="1795239"/>
                </a:cubicBezTo>
                <a:cubicBezTo>
                  <a:pt x="7414930" y="1795239"/>
                  <a:pt x="7391923" y="1801502"/>
                  <a:pt x="7374436" y="1814029"/>
                </a:cubicBezTo>
                <a:cubicBezTo>
                  <a:pt x="7356949" y="1826555"/>
                  <a:pt x="7348205" y="1841624"/>
                  <a:pt x="7348205" y="1859235"/>
                </a:cubicBezTo>
                <a:cubicBezTo>
                  <a:pt x="7348205" y="1870149"/>
                  <a:pt x="7351182" y="1879575"/>
                  <a:pt x="7357135" y="1887513"/>
                </a:cubicBezTo>
                <a:cubicBezTo>
                  <a:pt x="7363088" y="1895450"/>
                  <a:pt x="7371274" y="1902271"/>
                  <a:pt x="7381692" y="1907976"/>
                </a:cubicBezTo>
                <a:cubicBezTo>
                  <a:pt x="7392109" y="1913682"/>
                  <a:pt x="7402652" y="1918146"/>
                  <a:pt x="7413317" y="1921371"/>
                </a:cubicBezTo>
                <a:cubicBezTo>
                  <a:pt x="7423983" y="1924596"/>
                  <a:pt x="7441595" y="1929308"/>
                  <a:pt x="7466151" y="1935510"/>
                </a:cubicBezTo>
                <a:cubicBezTo>
                  <a:pt x="7496909" y="1942703"/>
                  <a:pt x="7524753" y="1950641"/>
                  <a:pt x="7549681" y="1959322"/>
                </a:cubicBezTo>
                <a:cubicBezTo>
                  <a:pt x="7574610" y="1968004"/>
                  <a:pt x="7595818" y="1978546"/>
                  <a:pt x="7613305" y="1990948"/>
                </a:cubicBezTo>
                <a:cubicBezTo>
                  <a:pt x="7630793" y="2003350"/>
                  <a:pt x="7644435" y="2019039"/>
                  <a:pt x="7654233" y="2038015"/>
                </a:cubicBezTo>
                <a:cubicBezTo>
                  <a:pt x="7664031" y="2056991"/>
                  <a:pt x="7668930" y="2080245"/>
                  <a:pt x="7668930" y="2107778"/>
                </a:cubicBezTo>
                <a:cubicBezTo>
                  <a:pt x="7668930" y="2140768"/>
                  <a:pt x="7660434" y="2170410"/>
                  <a:pt x="7643443" y="2196703"/>
                </a:cubicBezTo>
                <a:cubicBezTo>
                  <a:pt x="7626452" y="2222996"/>
                  <a:pt x="7601585" y="2243584"/>
                  <a:pt x="7568843" y="2258467"/>
                </a:cubicBezTo>
                <a:cubicBezTo>
                  <a:pt x="7536101" y="2273350"/>
                  <a:pt x="7497281" y="2280791"/>
                  <a:pt x="7452385" y="2280791"/>
                </a:cubicBezTo>
                <a:cubicBezTo>
                  <a:pt x="7398559" y="2280791"/>
                  <a:pt x="7354158" y="2270621"/>
                  <a:pt x="7319184" y="2250281"/>
                </a:cubicBezTo>
                <a:cubicBezTo>
                  <a:pt x="7294379" y="2235646"/>
                  <a:pt x="7274225" y="2216113"/>
                  <a:pt x="7258722" y="2191680"/>
                </a:cubicBezTo>
                <a:cubicBezTo>
                  <a:pt x="7243219" y="2167247"/>
                  <a:pt x="7235468" y="2143497"/>
                  <a:pt x="7235468" y="2120429"/>
                </a:cubicBezTo>
                <a:cubicBezTo>
                  <a:pt x="7235468" y="2107034"/>
                  <a:pt x="7240119" y="2095562"/>
                  <a:pt x="7249421" y="2086012"/>
                </a:cubicBezTo>
                <a:cubicBezTo>
                  <a:pt x="7258722" y="2076462"/>
                  <a:pt x="7270567" y="2071687"/>
                  <a:pt x="7284953" y="2071687"/>
                </a:cubicBezTo>
                <a:cubicBezTo>
                  <a:pt x="7296612" y="2071687"/>
                  <a:pt x="7306471" y="2075408"/>
                  <a:pt x="7314533" y="2082850"/>
                </a:cubicBezTo>
                <a:cubicBezTo>
                  <a:pt x="7322594" y="2090291"/>
                  <a:pt x="7329478" y="2101329"/>
                  <a:pt x="7335183" y="2115964"/>
                </a:cubicBezTo>
                <a:cubicBezTo>
                  <a:pt x="7342128" y="2133327"/>
                  <a:pt x="7349632" y="2147838"/>
                  <a:pt x="7357693" y="2159496"/>
                </a:cubicBezTo>
                <a:cubicBezTo>
                  <a:pt x="7365754" y="2171154"/>
                  <a:pt x="7377103" y="2180766"/>
                  <a:pt x="7391737" y="2188331"/>
                </a:cubicBezTo>
                <a:cubicBezTo>
                  <a:pt x="7406372" y="2195897"/>
                  <a:pt x="7425596" y="2199680"/>
                  <a:pt x="7449408" y="2199680"/>
                </a:cubicBezTo>
                <a:cubicBezTo>
                  <a:pt x="7482150" y="2199680"/>
                  <a:pt x="7508754" y="2192052"/>
                  <a:pt x="7529217" y="2176797"/>
                </a:cubicBezTo>
                <a:cubicBezTo>
                  <a:pt x="7549681" y="2161543"/>
                  <a:pt x="7559913" y="2142505"/>
                  <a:pt x="7559913" y="2119684"/>
                </a:cubicBezTo>
                <a:cubicBezTo>
                  <a:pt x="7559913" y="2101577"/>
                  <a:pt x="7554394" y="2086880"/>
                  <a:pt x="7543356" y="2075594"/>
                </a:cubicBezTo>
                <a:cubicBezTo>
                  <a:pt x="7532318" y="2064308"/>
                  <a:pt x="7518055" y="2055688"/>
                  <a:pt x="7500568" y="2049735"/>
                </a:cubicBezTo>
                <a:cubicBezTo>
                  <a:pt x="7483081" y="2043782"/>
                  <a:pt x="7459702" y="2037457"/>
                  <a:pt x="7430433" y="2030760"/>
                </a:cubicBezTo>
                <a:cubicBezTo>
                  <a:pt x="7391241" y="2021582"/>
                  <a:pt x="7358437" y="2010854"/>
                  <a:pt x="7332020" y="1998576"/>
                </a:cubicBezTo>
                <a:cubicBezTo>
                  <a:pt x="7305603" y="1986297"/>
                  <a:pt x="7284643" y="1969554"/>
                  <a:pt x="7269140" y="1948346"/>
                </a:cubicBezTo>
                <a:cubicBezTo>
                  <a:pt x="7253637" y="1927138"/>
                  <a:pt x="7245886" y="1900783"/>
                  <a:pt x="7245886" y="1869281"/>
                </a:cubicBezTo>
                <a:cubicBezTo>
                  <a:pt x="7245886" y="1839267"/>
                  <a:pt x="7254071" y="1812602"/>
                  <a:pt x="7270442" y="1789286"/>
                </a:cubicBezTo>
                <a:cubicBezTo>
                  <a:pt x="7286814" y="1765970"/>
                  <a:pt x="7310502" y="1748048"/>
                  <a:pt x="7341508" y="1735522"/>
                </a:cubicBezTo>
                <a:cubicBezTo>
                  <a:pt x="7372514" y="1722996"/>
                  <a:pt x="7408977" y="1716732"/>
                  <a:pt x="7450897" y="1716732"/>
                </a:cubicBezTo>
                <a:close/>
                <a:moveTo>
                  <a:pt x="3354031" y="1716732"/>
                </a:moveTo>
                <a:cubicBezTo>
                  <a:pt x="3337660" y="1716732"/>
                  <a:pt x="3324451" y="1722313"/>
                  <a:pt x="3314405" y="1733476"/>
                </a:cubicBezTo>
                <a:cubicBezTo>
                  <a:pt x="3304359" y="1744638"/>
                  <a:pt x="3299337" y="1761381"/>
                  <a:pt x="3299337" y="1783705"/>
                </a:cubicBezTo>
                <a:lnTo>
                  <a:pt x="3299337" y="2203772"/>
                </a:lnTo>
                <a:cubicBezTo>
                  <a:pt x="3299337" y="2227585"/>
                  <a:pt x="3304608" y="2244824"/>
                  <a:pt x="3315149" y="2255490"/>
                </a:cubicBezTo>
                <a:cubicBezTo>
                  <a:pt x="3325691" y="2266156"/>
                  <a:pt x="3342992" y="2271489"/>
                  <a:pt x="3367053" y="2271489"/>
                </a:cubicBezTo>
                <a:lnTo>
                  <a:pt x="3633828" y="2271489"/>
                </a:lnTo>
                <a:cubicBezTo>
                  <a:pt x="3651935" y="2271489"/>
                  <a:pt x="3665702" y="2267334"/>
                  <a:pt x="3675128" y="2259025"/>
                </a:cubicBezTo>
                <a:cubicBezTo>
                  <a:pt x="3684553" y="2250715"/>
                  <a:pt x="3689266" y="2239863"/>
                  <a:pt x="3689266" y="2226469"/>
                </a:cubicBezTo>
                <a:cubicBezTo>
                  <a:pt x="3689266" y="2213322"/>
                  <a:pt x="3684491" y="2202408"/>
                  <a:pt x="3674941" y="2193726"/>
                </a:cubicBezTo>
                <a:cubicBezTo>
                  <a:pt x="3665392" y="2185045"/>
                  <a:pt x="3651688" y="2180704"/>
                  <a:pt x="3633828" y="2180704"/>
                </a:cubicBezTo>
                <a:lnTo>
                  <a:pt x="3409841" y="2180704"/>
                </a:lnTo>
                <a:lnTo>
                  <a:pt x="3409841" y="1783705"/>
                </a:lnTo>
                <a:cubicBezTo>
                  <a:pt x="3409841" y="1761133"/>
                  <a:pt x="3404694" y="1744328"/>
                  <a:pt x="3394401" y="1733289"/>
                </a:cubicBezTo>
                <a:cubicBezTo>
                  <a:pt x="3384107" y="1722251"/>
                  <a:pt x="3370650" y="1716732"/>
                  <a:pt x="3354031" y="1716732"/>
                </a:cubicBezTo>
                <a:close/>
                <a:moveTo>
                  <a:pt x="0" y="0"/>
                </a:moveTo>
                <a:lnTo>
                  <a:pt x="6096000" y="0"/>
                </a:lnTo>
                <a:cubicBezTo>
                  <a:pt x="6098495" y="424713"/>
                  <a:pt x="5572319" y="1092537"/>
                  <a:pt x="5249701" y="1849598"/>
                </a:cubicBezTo>
                <a:lnTo>
                  <a:pt x="5241687" y="1869887"/>
                </a:lnTo>
                <a:lnTo>
                  <a:pt x="5223460" y="1867793"/>
                </a:lnTo>
                <a:cubicBezTo>
                  <a:pt x="5195927" y="1867793"/>
                  <a:pt x="5171557" y="1873312"/>
                  <a:pt x="5150349" y="1884350"/>
                </a:cubicBezTo>
                <a:cubicBezTo>
                  <a:pt x="5129141" y="1895388"/>
                  <a:pt x="5109607" y="1912689"/>
                  <a:pt x="5091747" y="1936254"/>
                </a:cubicBezTo>
                <a:lnTo>
                  <a:pt x="5091747" y="1923975"/>
                </a:lnTo>
                <a:cubicBezTo>
                  <a:pt x="5091747" y="1911821"/>
                  <a:pt x="5089577" y="1901527"/>
                  <a:pt x="5085236" y="1893094"/>
                </a:cubicBezTo>
                <a:cubicBezTo>
                  <a:pt x="5080895" y="1884660"/>
                  <a:pt x="5075128" y="1878335"/>
                  <a:pt x="5067935" y="1874118"/>
                </a:cubicBezTo>
                <a:cubicBezTo>
                  <a:pt x="5060742" y="1869901"/>
                  <a:pt x="5052680" y="1867793"/>
                  <a:pt x="5043750" y="1867793"/>
                </a:cubicBezTo>
                <a:cubicBezTo>
                  <a:pt x="5029116" y="1867793"/>
                  <a:pt x="5017581" y="1872568"/>
                  <a:pt x="5009148" y="1882118"/>
                </a:cubicBezTo>
                <a:cubicBezTo>
                  <a:pt x="5000714" y="1891667"/>
                  <a:pt x="4996497" y="1906116"/>
                  <a:pt x="4996497" y="1925464"/>
                </a:cubicBezTo>
                <a:lnTo>
                  <a:pt x="4996497" y="2219027"/>
                </a:lnTo>
                <a:cubicBezTo>
                  <a:pt x="4996497" y="2238871"/>
                  <a:pt x="5001210" y="2254126"/>
                  <a:pt x="5010636" y="2264792"/>
                </a:cubicBezTo>
                <a:cubicBezTo>
                  <a:pt x="5020062" y="2275458"/>
                  <a:pt x="5032092" y="2280791"/>
                  <a:pt x="5046727" y="2280791"/>
                </a:cubicBezTo>
                <a:cubicBezTo>
                  <a:pt x="5061858" y="2280791"/>
                  <a:pt x="5074198" y="2275644"/>
                  <a:pt x="5083748" y="2265350"/>
                </a:cubicBezTo>
                <a:cubicBezTo>
                  <a:pt x="5093298" y="2255056"/>
                  <a:pt x="5098073" y="2239615"/>
                  <a:pt x="5098073" y="2219027"/>
                </a:cubicBezTo>
                <a:lnTo>
                  <a:pt x="5098073" y="2091779"/>
                </a:lnTo>
                <a:cubicBezTo>
                  <a:pt x="5098073" y="2050355"/>
                  <a:pt x="5100553" y="2022078"/>
                  <a:pt x="5105514" y="2006947"/>
                </a:cubicBezTo>
                <a:cubicBezTo>
                  <a:pt x="5112459" y="1988096"/>
                  <a:pt x="5123373" y="1973275"/>
                  <a:pt x="5138256" y="1962485"/>
                </a:cubicBezTo>
                <a:cubicBezTo>
                  <a:pt x="5153139" y="1951695"/>
                  <a:pt x="5169634" y="1946300"/>
                  <a:pt x="5187742" y="1946300"/>
                </a:cubicBezTo>
                <a:lnTo>
                  <a:pt x="5209831" y="1950528"/>
                </a:lnTo>
                <a:lnTo>
                  <a:pt x="5167312" y="2058166"/>
                </a:lnTo>
                <a:cubicBezTo>
                  <a:pt x="5116483" y="2198533"/>
                  <a:pt x="5074585" y="2341386"/>
                  <a:pt x="5046017" y="2485803"/>
                </a:cubicBezTo>
                <a:lnTo>
                  <a:pt x="5020284" y="2659203"/>
                </a:lnTo>
                <a:lnTo>
                  <a:pt x="5006730" y="2646015"/>
                </a:lnTo>
                <a:cubicBezTo>
                  <a:pt x="4997428" y="2642294"/>
                  <a:pt x="4982483" y="2640434"/>
                  <a:pt x="4961895" y="2640434"/>
                </a:cubicBezTo>
                <a:lnTo>
                  <a:pt x="4927665" y="2640434"/>
                </a:lnTo>
                <a:cubicBezTo>
                  <a:pt x="4906581" y="2640434"/>
                  <a:pt x="4889837" y="2644589"/>
                  <a:pt x="4877435" y="2652898"/>
                </a:cubicBezTo>
                <a:cubicBezTo>
                  <a:pt x="4865033" y="2661208"/>
                  <a:pt x="4858832" y="2677269"/>
                  <a:pt x="4858832" y="2701082"/>
                </a:cubicBezTo>
                <a:lnTo>
                  <a:pt x="4858832" y="3132683"/>
                </a:lnTo>
                <a:cubicBezTo>
                  <a:pt x="4858832" y="3153767"/>
                  <a:pt x="4863544" y="3169456"/>
                  <a:pt x="4872970" y="3179750"/>
                </a:cubicBezTo>
                <a:cubicBezTo>
                  <a:pt x="4882396" y="3190044"/>
                  <a:pt x="4894550" y="3195191"/>
                  <a:pt x="4909433" y="3195191"/>
                </a:cubicBezTo>
                <a:cubicBezTo>
                  <a:pt x="4924812" y="3195191"/>
                  <a:pt x="4937152" y="3189982"/>
                  <a:pt x="4946454" y="3179564"/>
                </a:cubicBezTo>
                <a:cubicBezTo>
                  <a:pt x="4955756" y="3169146"/>
                  <a:pt x="4960407" y="3153519"/>
                  <a:pt x="4960407" y="3132683"/>
                </a:cubicBezTo>
                <a:lnTo>
                  <a:pt x="4960407" y="2756148"/>
                </a:lnTo>
                <a:lnTo>
                  <a:pt x="5004843" y="2932756"/>
                </a:lnTo>
                <a:lnTo>
                  <a:pt x="5008391" y="3191457"/>
                </a:lnTo>
                <a:cubicBezTo>
                  <a:pt x="5074932" y="4518582"/>
                  <a:pt x="5836614" y="5612947"/>
                  <a:pt x="6096000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BF67B6B6-5220-47CD-90E2-F27E1963B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01"/>
            <a:ext cx="1440295" cy="1412265"/>
          </a:xfrm>
          <a:prstGeom prst="rect">
            <a:avLst/>
          </a:prstGeom>
        </p:spPr>
      </p:pic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5C1BC46-34CA-4C59-9ED5-D8ABDFA3EF05}"/>
              </a:ext>
            </a:extLst>
          </p:cNvPr>
          <p:cNvGrpSpPr/>
          <p:nvPr/>
        </p:nvGrpSpPr>
        <p:grpSpPr>
          <a:xfrm>
            <a:off x="4248972" y="3480370"/>
            <a:ext cx="3694056" cy="916684"/>
            <a:chOff x="4460423" y="3378649"/>
            <a:chExt cx="3694056" cy="916684"/>
          </a:xfrm>
        </p:grpSpPr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044AD4F9-08D7-4E01-97B2-F0493B92F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8987" y="3378649"/>
              <a:ext cx="2675492" cy="914846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F3F2D6CD-E097-4C7D-A382-3CF7E37AB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0423" y="3380487"/>
              <a:ext cx="914846" cy="91484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113" name="Picture 112">
            <a:extLst>
              <a:ext uri="{FF2B5EF4-FFF2-40B4-BE49-F238E27FC236}">
                <a16:creationId xmlns:a16="http://schemas.microsoft.com/office/drawing/2014/main" id="{600DB860-B208-4059-8986-92DE4635F9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317" y="236365"/>
            <a:ext cx="2330740" cy="860257"/>
          </a:xfrm>
          <a:prstGeom prst="rect">
            <a:avLst/>
          </a:prstGeom>
        </p:spPr>
      </p:pic>
      <p:sp>
        <p:nvSpPr>
          <p:cNvPr id="114" name="Rectangle 1">
            <a:extLst>
              <a:ext uri="{FF2B5EF4-FFF2-40B4-BE49-F238E27FC236}">
                <a16:creationId xmlns:a16="http://schemas.microsoft.com/office/drawing/2014/main" id="{F9B77DE9-649C-4941-BAD9-9957FEA7485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69851" y="4923367"/>
            <a:ext cx="379057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Presented by: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i="1" dirty="0">
                <a:latin typeface="Arial" panose="020B0604020202020204" pitchFamily="34" charset="0"/>
              </a:rPr>
              <a:t>Anshuman Maurya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Electrical Engineering 3</a:t>
            </a:r>
            <a:r>
              <a:rPr kumimoji="0" lang="en-US" altLang="en-US" sz="1600" b="0" i="0" u="none" strike="noStrike" cap="none" normalizeH="0" baseline="30000" dirty="0">
                <a:ln>
                  <a:noFill/>
                </a:ln>
                <a:effectLst/>
                <a:latin typeface="Arial" panose="020B0604020202020204" pitchFamily="34" charset="0"/>
              </a:rPr>
              <a:t>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Semester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latin typeface="Arial" panose="020B0604020202020204" pitchFamily="34" charset="0"/>
              </a:rPr>
              <a:t>Government Polytechnic </a:t>
            </a:r>
            <a:r>
              <a:rPr lang="en-US" altLang="en-US" sz="1600" b="1" dirty="0" err="1">
                <a:latin typeface="Arial" panose="020B0604020202020204" pitchFamily="34" charset="0"/>
              </a:rPr>
              <a:t>Jamuniya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Deeh</a:t>
            </a:r>
            <a:r>
              <a:rPr lang="en-US" altLang="en-US" sz="1600" b="1" dirty="0">
                <a:latin typeface="Arial" panose="020B0604020202020204" pitchFamily="34" charset="0"/>
              </a:rPr>
              <a:t> </a:t>
            </a:r>
            <a:r>
              <a:rPr lang="en-US" altLang="en-US" sz="1600" b="1" dirty="0" err="1">
                <a:latin typeface="Arial" panose="020B0604020202020204" pitchFamily="34" charset="0"/>
              </a:rPr>
              <a:t>Harakh</a:t>
            </a:r>
            <a:r>
              <a:rPr lang="en-US" altLang="en-US" sz="1600" b="1" dirty="0">
                <a:latin typeface="Arial" panose="020B0604020202020204" pitchFamily="34" charset="0"/>
              </a:rPr>
              <a:t>, </a:t>
            </a:r>
            <a:r>
              <a:rPr lang="en-US" altLang="en-US" sz="1600" b="1" dirty="0" err="1">
                <a:latin typeface="Arial" panose="020B0604020202020204" pitchFamily="34" charset="0"/>
              </a:rPr>
              <a:t>Barabanki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27A6463-1C43-4F8B-80CD-2EE9BCD19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5948" y="4923367"/>
            <a:ext cx="312873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Submitted to: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i="1" dirty="0">
                <a:latin typeface="Arial" panose="020B0604020202020204" pitchFamily="34" charset="0"/>
              </a:rPr>
              <a:t>Sakshi Ma’am 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(Lecturer Electrical Engineering)</a:t>
            </a:r>
          </a:p>
        </p:txBody>
      </p:sp>
    </p:spTree>
    <p:extLst>
      <p:ext uri="{BB962C8B-B14F-4D97-AF65-F5344CB8AC3E}">
        <p14:creationId xmlns:p14="http://schemas.microsoft.com/office/powerpoint/2010/main" val="2282224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C2A17B5B-8BB5-4EA8-AC48-0D4841FD512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624691" y="5165209"/>
            <a:ext cx="101101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37673FA-1D57-403C-9F64-EB02C0FEBB51}"/>
              </a:ext>
            </a:extLst>
          </p:cNvPr>
          <p:cNvSpPr txBox="1">
            <a:spLocks/>
          </p:cNvSpPr>
          <p:nvPr/>
        </p:nvSpPr>
        <p:spPr>
          <a:xfrm>
            <a:off x="304800" y="330200"/>
            <a:ext cx="5791200" cy="789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Introduction to </a:t>
            </a:r>
            <a:r>
              <a:rPr lang="en-US" sz="4400" dirty="0" err="1">
                <a:solidFill>
                  <a:srgbClr val="006600"/>
                </a:solidFill>
                <a:latin typeface="Arial Rounded MT Bold" panose="020F0704030504030204" pitchFamily="34" charset="0"/>
              </a:rPr>
              <a:t>eSim</a:t>
            </a:r>
            <a:endParaRPr lang="en-US" sz="4400" dirty="0">
              <a:solidFill>
                <a:srgbClr val="0066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29132CF8-A940-4DF8-88B5-2B0C5913F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88249"/>
            <a:ext cx="4588934" cy="1114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Arial" panose="020B0604020202020204" pitchFamily="34" charset="0"/>
              </a:rPr>
              <a:t> Open-source EDA tool                         </a:t>
            </a:r>
          </a:p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Arial" panose="020B0604020202020204" pitchFamily="34" charset="0"/>
              </a:rPr>
              <a:t> Circuit Design, Simulation, PCB Design</a:t>
            </a: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2E92A11-C8E4-46C2-AEB1-F07FC4F58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9" y="1388249"/>
            <a:ext cx="4792133" cy="1114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Arial" panose="020B0604020202020204" pitchFamily="34" charset="0"/>
              </a:rPr>
              <a:t> Developed by FOSSEE, IIT Bombay</a:t>
            </a:r>
          </a:p>
          <a:p>
            <a:pPr algn="l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800" dirty="0">
                <a:latin typeface="Arial" panose="020B0604020202020204" pitchFamily="34" charset="0"/>
              </a:rPr>
              <a:t> Free, under GNU General Public License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CA96BF-7204-4E21-99DF-7260F7BB7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8671" y="2590376"/>
            <a:ext cx="7354658" cy="413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7638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B01464FD-E35F-4CE6-9E28-2ABD521FDA3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337" y="-429324"/>
            <a:ext cx="7788442" cy="763686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37673FA-1D57-403C-9F64-EB02C0FEBB51}"/>
              </a:ext>
            </a:extLst>
          </p:cNvPr>
          <p:cNvSpPr txBox="1">
            <a:spLocks/>
          </p:cNvSpPr>
          <p:nvPr/>
        </p:nvSpPr>
        <p:spPr>
          <a:xfrm>
            <a:off x="262465" y="76201"/>
            <a:ext cx="5791200" cy="78911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My Learning Journey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3C4C5D-2A81-4E6F-AA16-DA024225FA0F}"/>
              </a:ext>
            </a:extLst>
          </p:cNvPr>
          <p:cNvSpPr txBox="1"/>
          <p:nvPr/>
        </p:nvSpPr>
        <p:spPr>
          <a:xfrm>
            <a:off x="333524" y="1145751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PCB Design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A43A3A8-5696-4A54-BC26-A1C6E3A0218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5031" y="1799316"/>
            <a:ext cx="3911601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Duration: 1 Month</a:t>
            </a:r>
          </a:p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Learned from 16 video tutorials</a:t>
            </a:r>
          </a:p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Covered: Schematic, Simulation, PCB, Device Models, Mixed Signals, </a:t>
            </a:r>
            <a:r>
              <a:rPr lang="en-US" altLang="en-US" dirty="0" err="1">
                <a:latin typeface="Arial" panose="020B0604020202020204" pitchFamily="34" charset="0"/>
              </a:rPr>
              <a:t>Makerchip</a:t>
            </a:r>
            <a:endParaRPr lang="en-US" altLang="en-US" dirty="0">
              <a:latin typeface="Arial" panose="020B0604020202020204" pitchFamily="34" charset="0"/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366B455-3682-4D47-9817-13A5728BCB1B}"/>
              </a:ext>
            </a:extLst>
          </p:cNvPr>
          <p:cNvGrpSpPr/>
          <p:nvPr/>
        </p:nvGrpSpPr>
        <p:grpSpPr>
          <a:xfrm>
            <a:off x="4758267" y="973810"/>
            <a:ext cx="7100209" cy="5630191"/>
            <a:chOff x="4758267" y="973810"/>
            <a:chExt cx="7100209" cy="5630191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CBBC2AA-AAB8-44B8-AD2A-EFB1CFE2BE1C}"/>
                </a:ext>
              </a:extLst>
            </p:cNvPr>
            <p:cNvGrpSpPr/>
            <p:nvPr/>
          </p:nvGrpSpPr>
          <p:grpSpPr>
            <a:xfrm>
              <a:off x="4758267" y="973810"/>
              <a:ext cx="7100209" cy="5630191"/>
              <a:chOff x="4532256" y="1434193"/>
              <a:chExt cx="7309812" cy="6210274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4E4C5F60-721D-4EE0-8167-64D52B131348}"/>
                  </a:ext>
                </a:extLst>
              </p:cNvPr>
              <p:cNvSpPr/>
              <p:nvPr/>
            </p:nvSpPr>
            <p:spPr>
              <a:xfrm>
                <a:off x="4537677" y="1452713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1.Schematic Creation and Simulation 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22AE7FDD-430E-4C06-A524-744138295BF7}"/>
                  </a:ext>
                </a:extLst>
              </p:cNvPr>
              <p:cNvSpPr/>
              <p:nvPr/>
            </p:nvSpPr>
            <p:spPr>
              <a:xfrm>
                <a:off x="4537677" y="2256906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2.Simulating an Astable Multivibrator 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10934382-AD9B-4230-9CBC-0D76B44AEE96}"/>
                  </a:ext>
                </a:extLst>
              </p:cNvPr>
              <p:cNvSpPr/>
              <p:nvPr/>
            </p:nvSpPr>
            <p:spPr>
              <a:xfrm>
                <a:off x="4537677" y="3061099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3.Mapping Components with Footprints 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F545C28-0119-4B13-8372-BEAD4725F0C2}"/>
                  </a:ext>
                </a:extLst>
              </p:cNvPr>
              <p:cNvSpPr/>
              <p:nvPr/>
            </p:nvSpPr>
            <p:spPr>
              <a:xfrm>
                <a:off x="4537677" y="3865292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4.Setting Parameters for PCB designing </a:t>
                </a:r>
              </a:p>
            </p:txBody>
          </p:sp>
          <p:sp>
            <p:nvSpPr>
              <p:cNvPr id="18" name="Rectangle: Rounded Corners 17">
                <a:extLst>
                  <a:ext uri="{FF2B5EF4-FFF2-40B4-BE49-F238E27FC236}">
                    <a16:creationId xmlns:a16="http://schemas.microsoft.com/office/drawing/2014/main" id="{EE5C2926-D878-4E03-B609-72B389768836}"/>
                  </a:ext>
                </a:extLst>
              </p:cNvPr>
              <p:cNvSpPr/>
              <p:nvPr/>
            </p:nvSpPr>
            <p:spPr>
              <a:xfrm>
                <a:off x="4532256" y="4668805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5.Laying Tracks on PCB </a:t>
                </a: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57882D1C-F21F-4149-B2CB-EE8AF8533421}"/>
                  </a:ext>
                </a:extLst>
              </p:cNvPr>
              <p:cNvSpPr/>
              <p:nvPr/>
            </p:nvSpPr>
            <p:spPr>
              <a:xfrm>
                <a:off x="4537677" y="5473678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6.PCB Layout for Astable Multivibrator 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ADC49DCA-2BE0-4DE0-878C-F5A5F7AF18EC}"/>
                  </a:ext>
                </a:extLst>
              </p:cNvPr>
              <p:cNvSpPr/>
              <p:nvPr/>
            </p:nvSpPr>
            <p:spPr>
              <a:xfrm>
                <a:off x="4537677" y="6277871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7.Creating a Device Model 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BAF27987-F905-425B-8F8F-C6844EBF4A47}"/>
                  </a:ext>
                </a:extLst>
              </p:cNvPr>
              <p:cNvSpPr/>
              <p:nvPr/>
            </p:nvSpPr>
            <p:spPr>
              <a:xfrm>
                <a:off x="8346764" y="1434193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9.Subcircuit Builder </a:t>
                </a:r>
              </a:p>
            </p:txBody>
          </p:sp>
          <p:sp>
            <p:nvSpPr>
              <p:cNvPr id="22" name="Rectangle: Rounded Corners 21">
                <a:extLst>
                  <a:ext uri="{FF2B5EF4-FFF2-40B4-BE49-F238E27FC236}">
                    <a16:creationId xmlns:a16="http://schemas.microsoft.com/office/drawing/2014/main" id="{FB39C935-271C-491C-B1D4-027066606317}"/>
                  </a:ext>
                </a:extLst>
              </p:cNvPr>
              <p:cNvSpPr/>
              <p:nvPr/>
            </p:nvSpPr>
            <p:spPr>
              <a:xfrm>
                <a:off x="8346764" y="2238424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10.Editing a Subcircuit </a:t>
                </a:r>
              </a:p>
            </p:txBody>
          </p:sp>
          <p:sp>
            <p:nvSpPr>
              <p:cNvPr id="23" name="Rectangle: Rounded Corners 22">
                <a:extLst>
                  <a:ext uri="{FF2B5EF4-FFF2-40B4-BE49-F238E27FC236}">
                    <a16:creationId xmlns:a16="http://schemas.microsoft.com/office/drawing/2014/main" id="{97E99BAA-35D9-438A-8752-BDEEE370D4B4}"/>
                  </a:ext>
                </a:extLst>
              </p:cNvPr>
              <p:cNvSpPr/>
              <p:nvPr/>
            </p:nvSpPr>
            <p:spPr>
              <a:xfrm>
                <a:off x="8346764" y="3045968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11.Uploading a spice Subcircuit file </a:t>
                </a:r>
              </a:p>
            </p:txBody>
          </p:sp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76270112-EDF2-4920-8C01-04827A915623}"/>
                  </a:ext>
                </a:extLst>
              </p:cNvPr>
              <p:cNvSpPr/>
              <p:nvPr/>
            </p:nvSpPr>
            <p:spPr>
              <a:xfrm>
                <a:off x="8346764" y="3856049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12.Mixed Signal Simulation using NGHDL </a:t>
                </a:r>
              </a:p>
            </p:txBody>
          </p:sp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1F35ECAC-9138-42CA-8EB7-D9989DDECDF0}"/>
                  </a:ext>
                </a:extLst>
              </p:cNvPr>
              <p:cNvSpPr/>
              <p:nvPr/>
            </p:nvSpPr>
            <p:spPr>
              <a:xfrm>
                <a:off x="8379199" y="4663367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13.Mixed Signal Simulation using </a:t>
                </a:r>
                <a:r>
                  <a:rPr lang="en-US" dirty="0" err="1"/>
                  <a:t>NgVeri</a:t>
                </a:r>
                <a:r>
                  <a:rPr lang="en-US" dirty="0"/>
                  <a:t> </a:t>
                </a:r>
              </a:p>
            </p:txBody>
          </p:sp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0CDD3E1F-5E45-4543-9591-60C1204D410C}"/>
                  </a:ext>
                </a:extLst>
              </p:cNvPr>
              <p:cNvSpPr/>
              <p:nvPr/>
            </p:nvSpPr>
            <p:spPr>
              <a:xfrm>
                <a:off x="8379199" y="5455581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14.Makerchip IDE </a:t>
                </a:r>
              </a:p>
            </p:txBody>
          </p:sp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0D99BEAA-AC75-4A32-A8DC-B248F65E59C3}"/>
                  </a:ext>
                </a:extLst>
              </p:cNvPr>
              <p:cNvSpPr/>
              <p:nvPr/>
            </p:nvSpPr>
            <p:spPr>
              <a:xfrm>
                <a:off x="8379200" y="6246813"/>
                <a:ext cx="3462868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15.Advanced </a:t>
                </a:r>
                <a:r>
                  <a:rPr lang="en-US" dirty="0" err="1"/>
                  <a:t>NgVeri</a:t>
                </a:r>
                <a:r>
                  <a:rPr lang="en-US" dirty="0"/>
                  <a:t> </a:t>
                </a: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4920DCED-3D5B-41D3-98DD-E429A3F160EF}"/>
                  </a:ext>
                </a:extLst>
              </p:cNvPr>
              <p:cNvSpPr/>
              <p:nvPr/>
            </p:nvSpPr>
            <p:spPr>
              <a:xfrm>
                <a:off x="4532256" y="7088339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8.Uploading a Spice Device Model </a:t>
                </a:r>
              </a:p>
            </p:txBody>
          </p:sp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AA3BF078-1291-492A-8425-7FE65E95FCE4}"/>
                  </a:ext>
                </a:extLst>
              </p:cNvPr>
              <p:cNvSpPr/>
              <p:nvPr/>
            </p:nvSpPr>
            <p:spPr>
              <a:xfrm>
                <a:off x="8379199" y="7068501"/>
                <a:ext cx="3462867" cy="556128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R="0" lvl="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en-US" dirty="0"/>
                  <a:t>16.eSim interface to </a:t>
                </a:r>
                <a:r>
                  <a:rPr lang="en-US" dirty="0" err="1"/>
                  <a:t>OpenModelica</a:t>
                </a:r>
                <a:endParaRPr lang="en-US" altLang="en-US" dirty="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0" name="Connector: Elbow 39">
              <a:extLst>
                <a:ext uri="{FF2B5EF4-FFF2-40B4-BE49-F238E27FC236}">
                  <a16:creationId xmlns:a16="http://schemas.microsoft.com/office/drawing/2014/main" id="{E7A53210-567A-4ED6-84E6-C5E16B420DB0}"/>
                </a:ext>
              </a:extLst>
            </p:cNvPr>
            <p:cNvCxnSpPr>
              <a:stCxn id="30" idx="3"/>
              <a:endCxn id="21" idx="1"/>
            </p:cNvCxnSpPr>
            <p:nvPr/>
          </p:nvCxnSpPr>
          <p:spPr>
            <a:xfrm flipV="1">
              <a:off x="8121839" y="1225901"/>
              <a:ext cx="341558" cy="5126009"/>
            </a:xfrm>
            <a:prstGeom prst="bentConnector3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86ED18C8-3A58-4F19-BFE7-7995BB134A1F}"/>
                </a:ext>
              </a:extLst>
            </p:cNvPr>
            <p:cNvCxnSpPr>
              <a:cxnSpLocks/>
            </p:cNvCxnSpPr>
            <p:nvPr/>
          </p:nvCxnSpPr>
          <p:spPr>
            <a:xfrm>
              <a:off x="6309852" y="1478026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A3803D8-3BAB-4B19-B97B-2BD104079FA9}"/>
                </a:ext>
              </a:extLst>
            </p:cNvPr>
            <p:cNvCxnSpPr>
              <a:cxnSpLocks/>
            </p:cNvCxnSpPr>
            <p:nvPr/>
          </p:nvCxnSpPr>
          <p:spPr>
            <a:xfrm>
              <a:off x="6325891" y="2207102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54E8940-B30E-46F9-93F0-A8D77BEADD12}"/>
                </a:ext>
              </a:extLst>
            </p:cNvPr>
            <p:cNvCxnSpPr>
              <a:cxnSpLocks/>
            </p:cNvCxnSpPr>
            <p:nvPr/>
          </p:nvCxnSpPr>
          <p:spPr>
            <a:xfrm>
              <a:off x="6325891" y="2963708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FE23196-3D86-4C7E-8D89-A4DF65C8CC59}"/>
                </a:ext>
              </a:extLst>
            </p:cNvPr>
            <p:cNvCxnSpPr>
              <a:cxnSpLocks/>
            </p:cNvCxnSpPr>
            <p:nvPr/>
          </p:nvCxnSpPr>
          <p:spPr>
            <a:xfrm>
              <a:off x="6325891" y="3679494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73725AFE-6F8D-4166-95BF-521AF16FD937}"/>
                </a:ext>
              </a:extLst>
            </p:cNvPr>
            <p:cNvCxnSpPr>
              <a:cxnSpLocks/>
            </p:cNvCxnSpPr>
            <p:nvPr/>
          </p:nvCxnSpPr>
          <p:spPr>
            <a:xfrm>
              <a:off x="6325891" y="4419772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5DF9D5F2-79A3-4202-8770-3634EBFE786B}"/>
                </a:ext>
              </a:extLst>
            </p:cNvPr>
            <p:cNvCxnSpPr>
              <a:cxnSpLocks/>
            </p:cNvCxnSpPr>
            <p:nvPr/>
          </p:nvCxnSpPr>
          <p:spPr>
            <a:xfrm>
              <a:off x="6325891" y="5160050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E3E89E8-A72C-4DE0-8E8F-9E67A2D1F46A}"/>
                </a:ext>
              </a:extLst>
            </p:cNvPr>
            <p:cNvCxnSpPr>
              <a:cxnSpLocks/>
            </p:cNvCxnSpPr>
            <p:nvPr/>
          </p:nvCxnSpPr>
          <p:spPr>
            <a:xfrm>
              <a:off x="6325891" y="5875836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8A9C4E8-0521-44FA-AC2B-F63A7481E976}"/>
                </a:ext>
              </a:extLst>
            </p:cNvPr>
            <p:cNvCxnSpPr>
              <a:cxnSpLocks/>
            </p:cNvCxnSpPr>
            <p:nvPr/>
          </p:nvCxnSpPr>
          <p:spPr>
            <a:xfrm>
              <a:off x="9975025" y="1478026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3510555C-239E-49A2-910E-31C33F386839}"/>
                </a:ext>
              </a:extLst>
            </p:cNvPr>
            <p:cNvCxnSpPr>
              <a:cxnSpLocks/>
            </p:cNvCxnSpPr>
            <p:nvPr/>
          </p:nvCxnSpPr>
          <p:spPr>
            <a:xfrm>
              <a:off x="9975025" y="2207102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87F4E62-4F6D-4FD9-BCBB-EB0B28384DFC}"/>
                </a:ext>
              </a:extLst>
            </p:cNvPr>
            <p:cNvCxnSpPr>
              <a:cxnSpLocks/>
            </p:cNvCxnSpPr>
            <p:nvPr/>
          </p:nvCxnSpPr>
          <p:spPr>
            <a:xfrm>
              <a:off x="9975025" y="2928014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C5B47104-B791-4269-B23F-0EBE5229823E}"/>
                </a:ext>
              </a:extLst>
            </p:cNvPr>
            <p:cNvCxnSpPr>
              <a:cxnSpLocks/>
            </p:cNvCxnSpPr>
            <p:nvPr/>
          </p:nvCxnSpPr>
          <p:spPr>
            <a:xfrm>
              <a:off x="9975025" y="3665254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DFB2686-F28C-42AD-A0F2-60AEFF99FC37}"/>
                </a:ext>
              </a:extLst>
            </p:cNvPr>
            <p:cNvCxnSpPr>
              <a:cxnSpLocks/>
            </p:cNvCxnSpPr>
            <p:nvPr/>
          </p:nvCxnSpPr>
          <p:spPr>
            <a:xfrm>
              <a:off x="9975025" y="4394330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832E0543-AC62-4D57-9142-34AFC39EA92F}"/>
                </a:ext>
              </a:extLst>
            </p:cNvPr>
            <p:cNvCxnSpPr>
              <a:cxnSpLocks/>
            </p:cNvCxnSpPr>
            <p:nvPr/>
          </p:nvCxnSpPr>
          <p:spPr>
            <a:xfrm>
              <a:off x="9975025" y="5123406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B8D32FBE-6640-4CA9-8FB9-A6303172AB63}"/>
                </a:ext>
              </a:extLst>
            </p:cNvPr>
            <p:cNvCxnSpPr>
              <a:cxnSpLocks/>
            </p:cNvCxnSpPr>
            <p:nvPr/>
          </p:nvCxnSpPr>
          <p:spPr>
            <a:xfrm>
              <a:off x="9975025" y="5852482"/>
              <a:ext cx="0" cy="22489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1431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879133" y="3561083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5996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Schematic Creation &amp; Simulation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2421449-0B6B-4C04-B908-2AD04C41DE7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7387" y="1718646"/>
            <a:ext cx="3782786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Creating a circuit schematic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Running simulation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Example circuit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E1E47B-326B-4BA8-8E70-EA5509DF4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3128" y="1778376"/>
            <a:ext cx="6424962" cy="361404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310351" y="5342581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Creating a circuit schematic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ABA245F-D6A8-468F-9ED8-6154277F1E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134" y="5954993"/>
            <a:ext cx="6074229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Input vs Output Waveform (</a:t>
            </a:r>
            <a:r>
              <a:rPr lang="en-IN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NgSpice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 Simulation)</a:t>
            </a: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4501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Simulating Astable Multivibrator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967368" y="4905747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Multivibrator schematic</a:t>
            </a:r>
            <a:endParaRPr lang="en-US" altLang="en-US" sz="20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ABA245F-D6A8-468F-9ED8-6154277F1E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13577" y="6122530"/>
            <a:ext cx="235131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Square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 Waveform </a:t>
            </a:r>
            <a:endParaRPr lang="en-US" altLang="en-US" sz="2000" dirty="0">
              <a:solidFill>
                <a:schemeClr val="accent2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E77687-E50F-40AE-8C8B-492759D5EF3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0064" y="1806076"/>
            <a:ext cx="5078931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Astable multivibrator = Free running oscillator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Generates square wave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Applications: Timer, LED blinker, oscillator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C90479-D71C-4F0A-8ADA-08856D212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768" y="1042056"/>
            <a:ext cx="5412232" cy="388310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D93BA3-73BE-4D65-9C29-26A0E5A3DEF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46" t="10263" r="4646" b="4326"/>
          <a:stretch/>
        </p:blipFill>
        <p:spPr>
          <a:xfrm>
            <a:off x="441846" y="3619758"/>
            <a:ext cx="4324300" cy="261080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AA48EF-A7CD-4A64-8CDC-95DB33645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9536" y="5618147"/>
            <a:ext cx="2987832" cy="6124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9671999"/>
      </p:ext>
    </p:extLst>
  </p:cSld>
  <p:clrMapOvr>
    <a:masterClrMapping/>
  </p:clrMapOvr>
  <p:transition spd="slow">
    <p:push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7829418" y="1806076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PCB Designing (Basics)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25855" y="6082392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Creating a circuit schematic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ABA245F-D6A8-468F-9ED8-6154277F1E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134" y="5954993"/>
            <a:ext cx="6074229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Input vs Output Waveform (</a:t>
            </a:r>
            <a:r>
              <a:rPr lang="en-IN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NgSpice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 Simulation)</a:t>
            </a: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44FB3C-54CC-42AA-A058-C644576EA5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130" y="1808408"/>
            <a:ext cx="375385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Mapping footprints</a:t>
            </a:r>
          </a:p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Setting PCB parameters</a:t>
            </a:r>
          </a:p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Laying tracks</a:t>
            </a:r>
          </a:p>
        </p:txBody>
      </p:sp>
    </p:spTree>
    <p:extLst>
      <p:ext uri="{BB962C8B-B14F-4D97-AF65-F5344CB8AC3E}">
        <p14:creationId xmlns:p14="http://schemas.microsoft.com/office/powerpoint/2010/main" val="363606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7425855" y="1701135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PCB Layout for Multivibrator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25855" y="6082392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Creating a circuit schematic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ABA245F-D6A8-468F-9ED8-6154277F1E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134" y="5954993"/>
            <a:ext cx="6074229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Input vs Output Waveform (</a:t>
            </a:r>
            <a:r>
              <a:rPr lang="en-IN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NgSpice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 Simulation)</a:t>
            </a: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444FB3C-54CC-42AA-A058-C644576EA5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130" y="1796648"/>
            <a:ext cx="3753857" cy="1114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Final PCB layout design</a:t>
            </a:r>
          </a:p>
          <a:p>
            <a:pPr marR="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</a:rPr>
              <a:t>Tracks and connections</a:t>
            </a:r>
          </a:p>
        </p:txBody>
      </p:sp>
    </p:spTree>
    <p:extLst>
      <p:ext uri="{BB962C8B-B14F-4D97-AF65-F5344CB8AC3E}">
        <p14:creationId xmlns:p14="http://schemas.microsoft.com/office/powerpoint/2010/main" val="3634950776"/>
      </p:ext>
    </p:extLst>
  </p:cSld>
  <p:clrMapOvr>
    <a:masterClrMapping/>
  </p:clrMapOvr>
  <p:transition spd="slow">
    <p:push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7829418" y="1806076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Device Models &amp; Subcircuits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25855" y="6082392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Creating a circuit schematic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ABA245F-D6A8-468F-9ED8-6154277F1E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134" y="5954993"/>
            <a:ext cx="6074229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Input vs Output Waveform (</a:t>
            </a:r>
            <a:r>
              <a:rPr lang="en-IN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NgSpice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 Simulation)</a:t>
            </a: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BB520F2-2D69-4A34-8984-7E36DC692F5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45639" y="1812514"/>
            <a:ext cx="3610344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Creating device models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Uploading SPICE models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Building &amp; editing subcircuits</a:t>
            </a:r>
          </a:p>
        </p:txBody>
      </p:sp>
    </p:spTree>
    <p:extLst>
      <p:ext uri="{BB962C8B-B14F-4D97-AF65-F5344CB8AC3E}">
        <p14:creationId xmlns:p14="http://schemas.microsoft.com/office/powerpoint/2010/main" val="3548126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3786807" y="2797478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Mixed Signal Simulation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25855" y="6082392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Creating a circuit schematic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ABA245F-D6A8-468F-9ED8-6154277F1E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134" y="5954993"/>
            <a:ext cx="6074229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Input vs Output Waveform (</a:t>
            </a:r>
            <a:r>
              <a:rPr lang="en-IN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NgSpice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 Simulation)</a:t>
            </a: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5F0E487-7CB1-48D5-A292-CDB0657F8B6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134" y="1808509"/>
            <a:ext cx="3128210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NGHDL = VHDL + Analog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 err="1">
                <a:latin typeface="Arial" panose="020B0604020202020204" pitchFamily="34" charset="0"/>
              </a:rPr>
              <a:t>NgVeri</a:t>
            </a:r>
            <a:r>
              <a:rPr lang="en-US" altLang="en-US" dirty="0">
                <a:latin typeface="Arial" panose="020B0604020202020204" pitchFamily="34" charset="0"/>
              </a:rPr>
              <a:t> = Verilog + Analog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Digital + Analog together</a:t>
            </a:r>
          </a:p>
        </p:txBody>
      </p:sp>
    </p:spTree>
    <p:extLst>
      <p:ext uri="{BB962C8B-B14F-4D97-AF65-F5344CB8AC3E}">
        <p14:creationId xmlns:p14="http://schemas.microsoft.com/office/powerpoint/2010/main" val="379158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zoom/>
      </p:transition>
    </mc:Choice>
    <mc:Fallback xmlns="">
      <p:transition spd="slow">
        <p:zo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7829418" y="1806076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 err="1">
                <a:solidFill>
                  <a:srgbClr val="006600"/>
                </a:solidFill>
                <a:latin typeface="Arial Rounded MT Bold" panose="020F0704030504030204" pitchFamily="34" charset="0"/>
              </a:rPr>
              <a:t>Makerchip</a:t>
            </a:r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 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25855" y="6082392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Creating a circuit schematic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A00CC9-3BF4-4F13-AF3C-4E667038B80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4193" y="1804141"/>
            <a:ext cx="5666072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Online IDE for Verilog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Integrated with </a:t>
            </a:r>
            <a:r>
              <a:rPr lang="en-US" altLang="en-US" dirty="0" err="1">
                <a:latin typeface="Arial" panose="020B0604020202020204" pitchFamily="34" charset="0"/>
              </a:rPr>
              <a:t>eSim</a:t>
            </a:r>
            <a:endParaRPr lang="en-US" altLang="en-US" dirty="0">
              <a:latin typeface="Arial" panose="020B0604020202020204" pitchFamily="34" charset="0"/>
            </a:endParaRP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Easy for digital design</a:t>
            </a:r>
          </a:p>
        </p:txBody>
      </p:sp>
    </p:spTree>
    <p:extLst>
      <p:ext uri="{BB962C8B-B14F-4D97-AF65-F5344CB8AC3E}">
        <p14:creationId xmlns:p14="http://schemas.microsoft.com/office/powerpoint/2010/main" val="93563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2677189" y="3199111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Advanced Topics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ABA245F-D6A8-468F-9ED8-6154277F1E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134" y="5954993"/>
            <a:ext cx="6074229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Input vs Output Waveform (</a:t>
            </a:r>
            <a:r>
              <a:rPr lang="en-IN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NgSpice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 Simulation)</a:t>
            </a: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4E31B4-AAF6-44B6-80AA-B0AEFF0C692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56132" y="1810603"/>
            <a:ext cx="4520665" cy="1114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Advanced </a:t>
            </a:r>
            <a:r>
              <a:rPr lang="en-US" altLang="en-US" dirty="0" err="1">
                <a:latin typeface="Arial" panose="020B0604020202020204" pitchFamily="34" charset="0"/>
              </a:rPr>
              <a:t>NgVeri</a:t>
            </a:r>
            <a:r>
              <a:rPr lang="en-US" altLang="en-US" dirty="0">
                <a:latin typeface="Arial" panose="020B0604020202020204" pitchFamily="34" charset="0"/>
              </a:rPr>
              <a:t> features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 err="1">
                <a:latin typeface="Arial" panose="020B0604020202020204" pitchFamily="34" charset="0"/>
              </a:rPr>
              <a:t>OpenModelica</a:t>
            </a:r>
            <a:r>
              <a:rPr lang="en-US" altLang="en-US" dirty="0">
                <a:latin typeface="Arial" panose="020B0604020202020204" pitchFamily="34" charset="0"/>
              </a:rPr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1411968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7829418" y="1806076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Key Learnings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46820-2EB5-4B2A-9A2F-D9CAB964B102}"/>
              </a:ext>
            </a:extLst>
          </p:cNvPr>
          <p:cNvSpPr txBox="1"/>
          <p:nvPr/>
        </p:nvSpPr>
        <p:spPr>
          <a:xfrm>
            <a:off x="317196" y="1137580"/>
            <a:ext cx="258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Basic Design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25855" y="6082392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Creating a circuit schematic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99F915-DA92-4043-8A52-50980A8FB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05" y="1786293"/>
            <a:ext cx="4002518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Circuit design &amp; simulation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PCB designing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Device models &amp; subcircuits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Mixed signal analysis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 err="1">
                <a:latin typeface="Arial" panose="020B0604020202020204" pitchFamily="34" charset="0"/>
              </a:rPr>
              <a:t>Makerchip</a:t>
            </a:r>
            <a:r>
              <a:rPr lang="en-US" altLang="en-US" dirty="0">
                <a:latin typeface="Arial" panose="020B0604020202020204" pitchFamily="34" charset="0"/>
              </a:rPr>
              <a:t> &amp; </a:t>
            </a:r>
            <a:r>
              <a:rPr lang="en-US" altLang="en-US" dirty="0" err="1">
                <a:latin typeface="Arial" panose="020B0604020202020204" pitchFamily="34" charset="0"/>
              </a:rPr>
              <a:t>OpenModelica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64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7D7DCC11-4973-40E9-8A58-DFC9B3C497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0" t="15144" r="47432" b="2191"/>
          <a:stretch/>
        </p:blipFill>
        <p:spPr>
          <a:xfrm>
            <a:off x="7829418" y="1806076"/>
            <a:ext cx="4002518" cy="252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Applications</a:t>
            </a: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248453C6-65F2-4683-BDF0-92BBA98D069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425855" y="6082392"/>
            <a:ext cx="3782786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Creating a circuit schematic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DABA245F-D6A8-468F-9ED8-6154277F1E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6134" y="5954993"/>
            <a:ext cx="6074229" cy="612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Input vs Output Waveform (</a:t>
            </a:r>
            <a:r>
              <a:rPr lang="en-IN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NgSpice</a:t>
            </a:r>
            <a:r>
              <a:rPr lang="en-IN" sz="2000" dirty="0">
                <a:solidFill>
                  <a:schemeClr val="accent2"/>
                </a:solidFill>
                <a:latin typeface="Arial" panose="020B0604020202020204" pitchFamily="34" charset="0"/>
              </a:rPr>
              <a:t> Simulation)</a:t>
            </a:r>
            <a:r>
              <a:rPr lang="en-US" alt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3D5949E-77F6-4087-BEDA-FC5121CE6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02" y="1808444"/>
            <a:ext cx="5400208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Project PCB designing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Testing circuits before hardware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Useful for students, researchers &amp; industries</a:t>
            </a:r>
          </a:p>
        </p:txBody>
      </p:sp>
    </p:spTree>
    <p:extLst>
      <p:ext uri="{BB962C8B-B14F-4D97-AF65-F5344CB8AC3E}">
        <p14:creationId xmlns:p14="http://schemas.microsoft.com/office/powerpoint/2010/main" val="3680663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My Experience &amp; 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EC8A71-9AAF-4BF6-B26C-4EFD50468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14" y="1802886"/>
            <a:ext cx="4695093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Challenges: PCB routing, SPICE models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Solutions: Practice, revisiting tutorials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Skills improved: circuit analysis, design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3AAEF00-68BE-4A13-822F-568318FFFC30}"/>
              </a:ext>
            </a:extLst>
          </p:cNvPr>
          <p:cNvGrpSpPr/>
          <p:nvPr/>
        </p:nvGrpSpPr>
        <p:grpSpPr>
          <a:xfrm>
            <a:off x="4859344" y="816429"/>
            <a:ext cx="6850960" cy="5739491"/>
            <a:chOff x="4859344" y="756330"/>
            <a:chExt cx="6850960" cy="560975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84FDA5-CEEA-4CC3-8688-47BA58C8B1DA}"/>
                </a:ext>
              </a:extLst>
            </p:cNvPr>
            <p:cNvGrpSpPr/>
            <p:nvPr/>
          </p:nvGrpSpPr>
          <p:grpSpPr>
            <a:xfrm>
              <a:off x="4859344" y="756330"/>
              <a:ext cx="6837352" cy="5609750"/>
              <a:chOff x="6192116" y="886958"/>
              <a:chExt cx="5496416" cy="5609750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FC1C6AB-256C-474C-B086-FAD5B4C2C18B}"/>
                  </a:ext>
                </a:extLst>
              </p:cNvPr>
              <p:cNvSpPr/>
              <p:nvPr/>
            </p:nvSpPr>
            <p:spPr>
              <a:xfrm>
                <a:off x="6346368" y="1226883"/>
                <a:ext cx="5342164" cy="1410205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52327A6-CD87-4EAF-B125-1E0C10D668A0}"/>
                  </a:ext>
                </a:extLst>
              </p:cNvPr>
              <p:cNvSpPr/>
              <p:nvPr/>
            </p:nvSpPr>
            <p:spPr>
              <a:xfrm>
                <a:off x="6346368" y="3031672"/>
                <a:ext cx="5342164" cy="1521785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464C912-FD45-4258-BEFE-01CF3AF5A5DE}"/>
                  </a:ext>
                </a:extLst>
              </p:cNvPr>
              <p:cNvSpPr/>
              <p:nvPr/>
            </p:nvSpPr>
            <p:spPr>
              <a:xfrm>
                <a:off x="6346367" y="4974922"/>
                <a:ext cx="5342164" cy="1521786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6A2A080-037E-4D1C-8FA0-D0B24F233703}"/>
                  </a:ext>
                </a:extLst>
              </p:cNvPr>
              <p:cNvSpPr/>
              <p:nvPr/>
            </p:nvSpPr>
            <p:spPr>
              <a:xfrm>
                <a:off x="6238723" y="2763658"/>
                <a:ext cx="582383" cy="53800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55FD0D0-2F88-4151-B989-F89542ABEC71}"/>
                  </a:ext>
                </a:extLst>
              </p:cNvPr>
              <p:cNvSpPr/>
              <p:nvPr/>
            </p:nvSpPr>
            <p:spPr>
              <a:xfrm>
                <a:off x="6238722" y="4705918"/>
                <a:ext cx="582383" cy="53800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B68A1C2-B725-4938-B8B0-537487152940}"/>
                  </a:ext>
                </a:extLst>
              </p:cNvPr>
              <p:cNvSpPr/>
              <p:nvPr/>
            </p:nvSpPr>
            <p:spPr>
              <a:xfrm>
                <a:off x="6238722" y="957395"/>
                <a:ext cx="582383" cy="53800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A4AA22-AD63-49C5-BB98-825000B8C20D}"/>
                  </a:ext>
                </a:extLst>
              </p:cNvPr>
              <p:cNvSpPr txBox="1"/>
              <p:nvPr/>
            </p:nvSpPr>
            <p:spPr>
              <a:xfrm>
                <a:off x="6198998" y="886958"/>
                <a:ext cx="80622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⚠️</a:t>
                </a:r>
                <a:endParaRPr 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6C0F23-BF18-4B70-ACCB-A8E0391C8282}"/>
                  </a:ext>
                </a:extLst>
              </p:cNvPr>
              <p:cNvSpPr txBox="1"/>
              <p:nvPr/>
            </p:nvSpPr>
            <p:spPr>
              <a:xfrm>
                <a:off x="6205560" y="2720644"/>
                <a:ext cx="7245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CED958-35C8-4FCD-BEAF-F1C44AC32919}"/>
                  </a:ext>
                </a:extLst>
              </p:cNvPr>
              <p:cNvSpPr txBox="1"/>
              <p:nvPr/>
            </p:nvSpPr>
            <p:spPr>
              <a:xfrm>
                <a:off x="6192116" y="4651756"/>
                <a:ext cx="67559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💡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E1C3B9-1D40-4004-8987-A0932CF484A7}"/>
                </a:ext>
              </a:extLst>
            </p:cNvPr>
            <p:cNvSpPr txBox="1"/>
            <p:nvPr/>
          </p:nvSpPr>
          <p:spPr>
            <a:xfrm>
              <a:off x="5051228" y="1119966"/>
              <a:ext cx="6645467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           Problem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Commercial EDA tools (such as OrCAD, PSPICE) are very expensive.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It is difficult for students and researchers to do circuit simulation and PCB design for free.</a:t>
              </a:r>
              <a:endParaRPr lang="en-US" sz="16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9DA1EA-E960-4887-9D72-9026020ADBD3}"/>
                </a:ext>
              </a:extLst>
            </p:cNvPr>
            <p:cNvSpPr txBox="1"/>
            <p:nvPr/>
          </p:nvSpPr>
          <p:spPr>
            <a:xfrm>
              <a:off x="5051228" y="2924660"/>
              <a:ext cx="664546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           Solution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IIT Bombay (FOSSEE) created </a:t>
              </a:r>
              <a:r>
                <a:rPr lang="en-IN" sz="1600" dirty="0" err="1"/>
                <a:t>eSim</a:t>
              </a:r>
              <a:r>
                <a:rPr lang="en-IN" sz="1600" dirty="0"/>
                <a:t> – Free Open Source EDA Tool.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Circuit design, Simulation, PCB layout, Verilog/VHDL support on a single platform.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Zero-Cost Learning Platform for Students and Engineers.</a:t>
              </a:r>
              <a:endParaRPr lang="en-US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59528E-04E9-4623-9792-694C1367E7F3}"/>
                </a:ext>
              </a:extLst>
            </p:cNvPr>
            <p:cNvSpPr txBox="1"/>
            <p:nvPr/>
          </p:nvSpPr>
          <p:spPr>
            <a:xfrm>
              <a:off x="5064836" y="4865042"/>
              <a:ext cx="6645468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           Skill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Creating and simulating circuit schematics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Learning PCB Layout Design and Footprint Mapping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Understanding Subcircuits and Mixed-Signal Simulation (Analog + Digital)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01631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447" y="161043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My Experience &amp; 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FEC8A71-9AAF-4BF6-B26C-4EFD50468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014" y="1802886"/>
            <a:ext cx="4695093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Challenges: PCB routing, SPICE models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Solutions: Practice, revisiting tutorials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Skills improved: circuit analysis, design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3AAEF00-68BE-4A13-822F-568318FFFC30}"/>
              </a:ext>
            </a:extLst>
          </p:cNvPr>
          <p:cNvGrpSpPr/>
          <p:nvPr/>
        </p:nvGrpSpPr>
        <p:grpSpPr>
          <a:xfrm>
            <a:off x="4859344" y="816429"/>
            <a:ext cx="6850960" cy="5739491"/>
            <a:chOff x="4859344" y="756330"/>
            <a:chExt cx="6850960" cy="560975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E84FDA5-CEEA-4CC3-8688-47BA58C8B1DA}"/>
                </a:ext>
              </a:extLst>
            </p:cNvPr>
            <p:cNvGrpSpPr/>
            <p:nvPr/>
          </p:nvGrpSpPr>
          <p:grpSpPr>
            <a:xfrm>
              <a:off x="4859344" y="756330"/>
              <a:ext cx="6837352" cy="5609750"/>
              <a:chOff x="6192116" y="886958"/>
              <a:chExt cx="5496416" cy="5609750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7FC1C6AB-256C-474C-B086-FAD5B4C2C18B}"/>
                  </a:ext>
                </a:extLst>
              </p:cNvPr>
              <p:cNvSpPr/>
              <p:nvPr/>
            </p:nvSpPr>
            <p:spPr>
              <a:xfrm>
                <a:off x="6346368" y="1226883"/>
                <a:ext cx="5342164" cy="1410205"/>
              </a:xfrm>
              <a:prstGeom prst="roundRect">
                <a:avLst/>
              </a:prstGeom>
              <a:solidFill>
                <a:srgbClr val="F4433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52327A6-CD87-4EAF-B125-1E0C10D668A0}"/>
                  </a:ext>
                </a:extLst>
              </p:cNvPr>
              <p:cNvSpPr/>
              <p:nvPr/>
            </p:nvSpPr>
            <p:spPr>
              <a:xfrm>
                <a:off x="6346368" y="3031672"/>
                <a:ext cx="5342164" cy="1521785"/>
              </a:xfrm>
              <a:prstGeom prst="roundRect">
                <a:avLst/>
              </a:prstGeom>
              <a:solidFill>
                <a:srgbClr val="4CAF5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E464C912-FD45-4258-BEFE-01CF3AF5A5DE}"/>
                  </a:ext>
                </a:extLst>
              </p:cNvPr>
              <p:cNvSpPr/>
              <p:nvPr/>
            </p:nvSpPr>
            <p:spPr>
              <a:xfrm>
                <a:off x="6346367" y="4974922"/>
                <a:ext cx="5342164" cy="1521786"/>
              </a:xfrm>
              <a:prstGeom prst="roundRect">
                <a:avLst/>
              </a:prstGeom>
              <a:solidFill>
                <a:srgbClr val="2196F3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B6A2A080-037E-4D1C-8FA0-D0B24F233703}"/>
                  </a:ext>
                </a:extLst>
              </p:cNvPr>
              <p:cNvSpPr/>
              <p:nvPr/>
            </p:nvSpPr>
            <p:spPr>
              <a:xfrm>
                <a:off x="6238723" y="2763658"/>
                <a:ext cx="582383" cy="53800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E55FD0D0-2F88-4151-B989-F89542ABEC71}"/>
                  </a:ext>
                </a:extLst>
              </p:cNvPr>
              <p:cNvSpPr/>
              <p:nvPr/>
            </p:nvSpPr>
            <p:spPr>
              <a:xfrm>
                <a:off x="6238722" y="4705918"/>
                <a:ext cx="582383" cy="53800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3B68A1C2-B725-4938-B8B0-537487152940}"/>
                  </a:ext>
                </a:extLst>
              </p:cNvPr>
              <p:cNvSpPr/>
              <p:nvPr/>
            </p:nvSpPr>
            <p:spPr>
              <a:xfrm>
                <a:off x="6238722" y="957395"/>
                <a:ext cx="582383" cy="538009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1A4AA22-AD63-49C5-BB98-825000B8C20D}"/>
                  </a:ext>
                </a:extLst>
              </p:cNvPr>
              <p:cNvSpPr txBox="1"/>
              <p:nvPr/>
            </p:nvSpPr>
            <p:spPr>
              <a:xfrm>
                <a:off x="6198998" y="886958"/>
                <a:ext cx="80622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⚠️</a:t>
                </a:r>
                <a:endParaRPr 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F6C0F23-BF18-4B70-ACCB-A8E0391C8282}"/>
                  </a:ext>
                </a:extLst>
              </p:cNvPr>
              <p:cNvSpPr txBox="1"/>
              <p:nvPr/>
            </p:nvSpPr>
            <p:spPr>
              <a:xfrm>
                <a:off x="6205560" y="2720644"/>
                <a:ext cx="72458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✅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1CED958-35C8-4FCD-BEAF-F1C44AC32919}"/>
                  </a:ext>
                </a:extLst>
              </p:cNvPr>
              <p:cNvSpPr txBox="1"/>
              <p:nvPr/>
            </p:nvSpPr>
            <p:spPr>
              <a:xfrm>
                <a:off x="6192116" y="4651756"/>
                <a:ext cx="67559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dirty="0"/>
                  <a:t>💡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6E1C3B9-1D40-4004-8987-A0932CF484A7}"/>
                </a:ext>
              </a:extLst>
            </p:cNvPr>
            <p:cNvSpPr txBox="1"/>
            <p:nvPr/>
          </p:nvSpPr>
          <p:spPr>
            <a:xfrm>
              <a:off x="5051228" y="1119966"/>
              <a:ext cx="6645467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           Problem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Commercial EDA tools (such as OrCAD, PSPICE) are very expensive.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It is difficult for students and researchers to do circuit simulation and PCB design for free.</a:t>
              </a:r>
              <a:endParaRPr lang="en-US" sz="16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99DA1EA-E960-4887-9D72-9026020ADBD3}"/>
                </a:ext>
              </a:extLst>
            </p:cNvPr>
            <p:cNvSpPr txBox="1"/>
            <p:nvPr/>
          </p:nvSpPr>
          <p:spPr>
            <a:xfrm>
              <a:off x="5051228" y="2924660"/>
              <a:ext cx="664546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           Solution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IIT Bombay (FOSSEE) created </a:t>
              </a:r>
              <a:r>
                <a:rPr lang="en-IN" sz="1600" dirty="0" err="1"/>
                <a:t>eSim</a:t>
              </a:r>
              <a:r>
                <a:rPr lang="en-IN" sz="1600" dirty="0"/>
                <a:t> – Free Open Source EDA Tool.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Circuit design, Simulation, PCB layout, Verilog/VHDL support on a single platform.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Zero-Cost Learning Platform for Students and Engineers.</a:t>
              </a:r>
              <a:endParaRPr lang="en-US" sz="16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559528E-04E9-4623-9792-694C1367E7F3}"/>
                </a:ext>
              </a:extLst>
            </p:cNvPr>
            <p:cNvSpPr txBox="1"/>
            <p:nvPr/>
          </p:nvSpPr>
          <p:spPr>
            <a:xfrm>
              <a:off x="5064836" y="4865042"/>
              <a:ext cx="6645468" cy="11387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           Skill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Creating and simulating circuit schematics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Learning PCB Layout Design and Footprint Mapping</a:t>
              </a:r>
            </a:p>
            <a:p>
              <a:pPr marL="285750" indent="-285750">
                <a:buFont typeface="Wingdings" panose="05000000000000000000" pitchFamily="2" charset="2"/>
                <a:buChar char="v"/>
              </a:pPr>
              <a:r>
                <a:rPr lang="en-IN" sz="1600" dirty="0"/>
                <a:t>Understanding Subcircuits and Mixed-Signal Simulation (Analog + Digital)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9045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723B-DAD7-4D96-B021-1D2F13A61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73" y="511815"/>
            <a:ext cx="8820150" cy="767821"/>
          </a:xfrm>
        </p:spPr>
        <p:txBody>
          <a:bodyPr>
            <a:noAutofit/>
          </a:bodyPr>
          <a:lstStyle/>
          <a:p>
            <a:r>
              <a:rPr lang="en-US" sz="4100" dirty="0">
                <a:solidFill>
                  <a:srgbClr val="006600"/>
                </a:solidFill>
                <a:latin typeface="Arial Rounded MT Bold" panose="020F0704030504030204" pitchFamily="34" charset="0"/>
              </a:rPr>
              <a:t>Conclusion &amp; Q/A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3FC638-11D9-4E1F-A0B2-F5B8FADD1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73" y="1760595"/>
            <a:ext cx="6011637" cy="1668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 err="1">
                <a:latin typeface="Arial" panose="020B0604020202020204" pitchFamily="34" charset="0"/>
              </a:rPr>
              <a:t>eSim</a:t>
            </a:r>
            <a:r>
              <a:rPr lang="en-US" altLang="en-US" dirty="0">
                <a:latin typeface="Arial" panose="020B0604020202020204" pitchFamily="34" charset="0"/>
              </a:rPr>
              <a:t> = Powerful Free Tool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Learned from basics to advanced in 1 month</a:t>
            </a:r>
          </a:p>
          <a:p>
            <a:pPr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dirty="0">
                <a:latin typeface="Arial" panose="020B0604020202020204" pitchFamily="34" charset="0"/>
              </a:rPr>
              <a:t>Ready to apply in real projects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DF5978F-CA1B-4335-BB43-50DEDEF7D39F}"/>
              </a:ext>
            </a:extLst>
          </p:cNvPr>
          <p:cNvGrpSpPr/>
          <p:nvPr/>
        </p:nvGrpSpPr>
        <p:grpSpPr>
          <a:xfrm>
            <a:off x="6687365" y="5001162"/>
            <a:ext cx="3694056" cy="916684"/>
            <a:chOff x="4460423" y="3378649"/>
            <a:chExt cx="3694056" cy="91668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D5DB611-6D40-4E8E-9FEA-550CE1BEF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8987" y="3378649"/>
              <a:ext cx="2675492" cy="91484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EF86DBA-08A5-47DF-8889-8BB1FF567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0423" y="3380487"/>
              <a:ext cx="914846" cy="91484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071192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B702738-C537-4A86-AA50-8923C0E8A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18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005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EAFFEA"/>
            </a:gs>
            <a:gs pos="100000">
              <a:srgbClr val="CCFFC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6180E4-A0C2-4294-BF07-31D118A7EC80}"/>
              </a:ext>
            </a:extLst>
          </p:cNvPr>
          <p:cNvSpPr txBox="1"/>
          <p:nvPr/>
        </p:nvSpPr>
        <p:spPr>
          <a:xfrm>
            <a:off x="1148615" y="3659707"/>
            <a:ext cx="9894770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11500" dirty="0">
                <a:solidFill>
                  <a:schemeClr val="accent2"/>
                </a:solidFill>
                <a:latin typeface="Arial Rounded MT Bold" panose="020F0704030504030204" pitchFamily="34" charset="0"/>
              </a:rPr>
              <a:t>Thank you!</a:t>
            </a:r>
            <a:endParaRPr lang="en-US" sz="11500" dirty="0">
              <a:solidFill>
                <a:schemeClr val="accent2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CE9A9EE-DD52-44BA-A379-2B4E6E766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0317" y="236365"/>
            <a:ext cx="2330740" cy="8602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19F28C8-EFC2-45F5-AF6C-9CB25E561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01"/>
            <a:ext cx="1440295" cy="1412265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B9781A91-24F5-49EF-B6B8-5132ECCCA817}"/>
              </a:ext>
            </a:extLst>
          </p:cNvPr>
          <p:cNvGrpSpPr/>
          <p:nvPr/>
        </p:nvGrpSpPr>
        <p:grpSpPr>
          <a:xfrm>
            <a:off x="4248972" y="2602492"/>
            <a:ext cx="3694056" cy="916684"/>
            <a:chOff x="4460423" y="3378649"/>
            <a:chExt cx="3694056" cy="91668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DEA0636-BC93-49F2-8606-2E7CF8478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8987" y="3378649"/>
              <a:ext cx="2675492" cy="91484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D821330-E300-48A6-9C21-578A5F109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0423" y="3380487"/>
              <a:ext cx="914846" cy="91484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892625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</a:spPr>
      <a:bodyPr wrap="square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713</Words>
  <Application>Microsoft Office PowerPoint</Application>
  <PresentationFormat>Widescreen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Rounded MT 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Schematic Creation &amp; Simulation</vt:lpstr>
      <vt:lpstr>Simulating Astable Multivibrator</vt:lpstr>
      <vt:lpstr>PCB Designing (Basics)</vt:lpstr>
      <vt:lpstr>PCB Layout for Multivibrator</vt:lpstr>
      <vt:lpstr>Device Models &amp; Subcircuits</vt:lpstr>
      <vt:lpstr>Mixed Signal Simulation</vt:lpstr>
      <vt:lpstr>Makerchip IDE</vt:lpstr>
      <vt:lpstr>Advanced Topics</vt:lpstr>
      <vt:lpstr>Key Learnings</vt:lpstr>
      <vt:lpstr>Applications</vt:lpstr>
      <vt:lpstr>My Experience &amp; Challenges</vt:lpstr>
      <vt:lpstr>My Experience &amp; Challenges</vt:lpstr>
      <vt:lpstr>Conclusion &amp; Q/A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Maverick Minds</dc:creator>
  <cp:lastModifiedBy>Maverick Minds</cp:lastModifiedBy>
  <cp:revision>59</cp:revision>
  <dcterms:created xsi:type="dcterms:W3CDTF">2025-09-03T06:51:09Z</dcterms:created>
  <dcterms:modified xsi:type="dcterms:W3CDTF">2025-09-11T17:34:04Z</dcterms:modified>
</cp:coreProperties>
</file>